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76" r:id="rId22"/>
    <p:sldId id="278" r:id="rId23"/>
    <p:sldId id="280" r:id="rId24"/>
    <p:sldId id="277" r:id="rId25"/>
    <p:sldId id="281" r:id="rId26"/>
    <p:sldId id="282" r:id="rId27"/>
    <p:sldId id="283" r:id="rId28"/>
    <p:sldId id="284" r:id="rId29"/>
    <p:sldId id="285" r:id="rId30"/>
    <p:sldId id="267" r:id="rId31"/>
    <p:sldId id="268" r:id="rId32"/>
    <p:sldId id="26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75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76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141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pPr/>
              <a:t>09/04/2026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CSE7302-Internship_Review-3%20(rwf).pptx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H.SENTHIL KUMAR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Dr.Asif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Mohammed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Balakrishnan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, Dr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Shakthi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AI-Based Face Recognition Attendance Management System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0719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NIKHITHA 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69"/>
            <a:ext cx="10668000" cy="510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Rail Wheel Factory (RWF) 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 a Government of India organization under the Ministry of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Located 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Yelahanka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Bengaluru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Focuses on modernization and digitalization of internal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software and IT solutions to improve data management and efficiency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Products &amp; Services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Provides manufacturing and maintenance support to Indian Railways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Offers technical and engineering services for railway infrastructure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Uses digital systems for data management and internal operations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Supports automation and software-based solutions inside the organization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Domain: Artificial Intelligence &amp; Computer Vision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project is based on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Artificial Intelligence (AI)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Computer Vision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technologies.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It uses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Face Recognition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to automatically identify employees/students.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captures live video and detects human faces in real time.</a:t>
            </a:r>
          </a:p>
          <a:p>
            <a:pPr lvl="1"/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Technologies Used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Frontend: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React.js, JavaScript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Backend: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Python, Flask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Database: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AI Libraries: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pPr lvl="1"/>
            <a:r>
              <a:rPr lang="en-US" b="1" dirty="0">
                <a:latin typeface="Times New Roman" pitchFamily="18" charset="0"/>
                <a:cs typeface="Times New Roman" pitchFamily="18" charset="0"/>
              </a:rPr>
              <a:t>Tools: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VS Code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I worked under the guidance of my </a:t>
            </a:r>
            <a:r>
              <a:rPr lang="en-US" b="1" dirty="0"/>
              <a:t>Team Lead: </a:t>
            </a:r>
            <a:r>
              <a:rPr lang="en-US" b="1" i="1" dirty="0"/>
              <a:t>Mr. Buddha </a:t>
            </a:r>
            <a:r>
              <a:rPr lang="en-US" b="1" i="1" dirty="0" err="1"/>
              <a:t>AppaRao</a:t>
            </a:r>
            <a:r>
              <a:rPr lang="en-US" dirty="0"/>
              <a:t> at </a:t>
            </a:r>
            <a:r>
              <a:rPr lang="en-US" b="1" dirty="0"/>
              <a:t>Rail Wheel Factory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team consisted of software engineers, supervisors, and interns.</a:t>
            </a:r>
          </a:p>
          <a:p>
            <a:pPr algn="just"/>
            <a:r>
              <a:rPr lang="en-US" dirty="0"/>
              <a:t>I was involved in developing the </a:t>
            </a:r>
            <a:r>
              <a:rPr lang="en-US" b="1" dirty="0"/>
              <a:t>AI Face Recognition Attendance System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My responsibilities included frontend, backend, and AI model integration.</a:t>
            </a:r>
          </a:p>
          <a:p>
            <a:pPr algn="just"/>
            <a:r>
              <a:rPr lang="en-US" dirty="0"/>
              <a:t>I received regular guidance, reviews, and technical support from my team lead.</a:t>
            </a:r>
          </a:p>
          <a:p>
            <a:pPr algn="just"/>
            <a:r>
              <a:rPr lang="en-US" dirty="0"/>
              <a:t>Periodic discussions helped in improving my technical and professional skills.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Difficulty in learning AI and face recognition technology.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Issues in installing libraries and environment setup.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Camera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related errors.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Improving system accuracy and performance.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Managing time between learning new technologies and project development.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Debugging errors and resolving runtime issues during implementation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develop an AI-based Face Recognition Attendance System for automatic attendance marking.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reduce manual effort and errors in traditional attendance systems.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implement real-time face detection and recognition using Machine Learning.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store and manage attendance records securely using a database.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provide an easy-to-use web interface using React and Flask.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improve efficiency and accuracy in attendance management at Rail Wheel Factory.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lvl="1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Traditional systems used manual, RFID, and biometric methods.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Face recognition using AI improves accuracy and automation.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Deep Learning are commonly used.</a:t>
            </a:r>
          </a:p>
          <a:p>
            <a:pPr lvl="1"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Web-based systems help in easy data management.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system is an AI-based Face Recognition Attendance System developed using Python, Flask, and React.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 captures live video from the camera and detects faces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compares captured faces with trained datasets to identify registered users.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Attendance is automatically recorded in the database with date and time.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web-based dashboard is provided for managing users, viewing attendance, and reports.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system reduces manual work and improves accuracy and efficiency.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Manual attendance is time-consuming.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Chances of proxy and fake attendance.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Difficult to maintain records.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Requires more manpower.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Need for automated AI-based system.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47500" lnSpcReduction="20000"/>
          </a:bodyPr>
          <a:lstStyle/>
          <a:p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Computer / Laptop with minimum i3 processor or above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Minimum 8 GB RAM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Webcam / Integrated Camera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Internet Connection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Operating System: Windows 10 / 11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Programming Language: Python 3.x, JavaScript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Backend Framework: Flask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Frontend Framework: React.js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Database: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 / CSV / Local Storage</a:t>
            </a:r>
          </a:p>
          <a:p>
            <a:pPr lvl="1">
              <a:buNone/>
            </a:pP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• Libraries: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OpenCV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InsightFace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900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, ONNX Runtime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Tools Used</a:t>
            </a:r>
          </a:p>
          <a:p>
            <a:pPr lvl="1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VS Code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GitHub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Postman (for API testing)</a:t>
            </a:r>
          </a:p>
          <a:p>
            <a:pPr lvl="1"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• Browser (Chrome/Edge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Automatic attendance marking using face recognition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Reduces manual work and human errors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Saves time and improves efficiency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Prevents proxy / fake attendance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Provides accurate and real-time attendance records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Easy to use and user-friendly interface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Secure system with authorized access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Data can be stored and managed digitally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Can be integrated with existing systems</a:t>
            </a:r>
          </a:p>
          <a:p>
            <a:pPr algn="just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• Suitable for schools, colleges, and industries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86C8-9E96-4EE2-B48F-F913918E2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AD0EC-FD28-4332-9D68-80292902B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C801-5FB3-48BA-B9E3-8948F545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B1984-CAE1-44D6-B860-2B47B3D20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546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9EBD-0E2D-4D03-8199-2B00D381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13558-6D1A-47F1-948B-A1E372ED4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E916B-BB74-4A65-9C3A-58B27CA22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B1845-0274-4090-A378-9886E5BC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683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8EAB-3CA8-4AFB-A172-06C2433DF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73AAD-C4FB-4AFF-A314-07FA15434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77E0E-B304-429F-9138-3380FC04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90B49-9772-40BF-A59F-517C0BBE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392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51C0-0345-49EC-A528-DE1103BC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CD1A9-A7DD-4A78-89CF-987D9591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256654-BE81-45E8-A53C-D6AFB83CE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CBA26-B36A-4B6A-A3FC-7F964B78F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74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D0AF-F801-479B-8712-D7D8EEBC1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930F2-C101-4483-B252-EBA56EBF9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801FC-3DAA-424D-878D-5AE80A7C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AC261-B7CB-4324-9963-4A1FA33F5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893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E1DE-35FF-46CD-BB88-1BE3C0015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21FAF-C5DB-4F6A-B650-4D2F247B6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2499-1FB7-4AD2-B6F4-FDC5EEF1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60EBE-CA7A-4023-A9E9-EA4E21DE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6680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A3AB-B046-42E4-B2DF-00A9558C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B8356-15BB-48E2-A07C-3A776F1F1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E0BBD-E823-440F-B934-EB424C4A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7868E-0781-4D48-99D2-F6AE6C52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243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6838-47E2-427B-966F-8CF6FAD2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8B957-EB0E-4EDF-B30A-6FF567333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38264-6FB0-47DB-8340-AE097444A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A11F9-7961-4F4F-9695-DEAB11F18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885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follows a client-server architecture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(React.js) interacts with backend (Flask API)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processes images using AI models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data is stored in database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836" y="140075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Work Flow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60416" y="1925110"/>
            <a:ext cx="3605384" cy="3736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800" y="1402291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Main Components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Frontend (React.js) User interface for interaction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Backend (Flask API) Handles requests and controls modules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Face Recognition Module Detects and recognizes faces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Database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Stores attendance records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interactive user interface using React.js and Material UI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modular structure using components, pages, and services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main pages: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for authentication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for overview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Management for adding/registering users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frontend with backend using Flask REST APIs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733" y="1444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Implemented API calls for: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Creating person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Registering face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Starting/stopping camera</a:t>
            </a:r>
          </a:p>
          <a:p>
            <a:pPr lvl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Fetching attendance data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Displayed live camera stream in browser using backend streaming API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Handled user interactions and real-time updates dynamically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Designed responsive and user-friendly interface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25</a:t>
            </a:fld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385358"/>
            <a:ext cx="10515600" cy="4351338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Types of Testing Performed</a:t>
            </a:r>
          </a:p>
          <a:p>
            <a:pPr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 1. Functional Testing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Verified face registration process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Checked face encoding and model training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Tested real-time face recognition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Validated attendance storage in database</a:t>
            </a:r>
          </a:p>
          <a:p>
            <a:pPr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2. API Testing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Tested Flask APIs using frontend/Postman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Verified endpoints: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Create person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Register face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Start/stop camera</a:t>
            </a:r>
          </a:p>
          <a:p>
            <a:pPr lvl="2">
              <a:buFont typeface="Courier New" pitchFamily="49" charset="0"/>
              <a:buChar char="o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Fetch attendance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Ensured proper request and response handling</a:t>
            </a:r>
          </a:p>
          <a:p>
            <a:pPr lvl="1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26</a:t>
            </a:fld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333" y="1410758"/>
            <a:ext cx="10515600" cy="4351338"/>
          </a:xfrm>
        </p:spPr>
        <p:txBody>
          <a:bodyPr>
            <a:normAutofit/>
          </a:bodyPr>
          <a:lstStyle/>
          <a:p>
            <a:pPr lvl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3.Camera Testing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Verified webcam access using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OpenCV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live camera streaming in browser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face detection in different lighting conditions</a:t>
            </a:r>
          </a:p>
          <a:p>
            <a:pPr lvl="1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4. Performance Testing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system response time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multiple face detection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Ensured smooth execution without crashes</a:t>
            </a:r>
          </a:p>
          <a:p>
            <a:pPr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5. UI Testing (Frontend)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Tested all pages (Login, Dashboard, Person Management)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Verified button actions and navigation</a:t>
            </a:r>
          </a:p>
          <a:p>
            <a:pPr lvl="2"/>
            <a:r>
              <a:rPr lang="en-US" dirty="0">
                <a:latin typeface="Times New Roman" pitchFamily="18" charset="0"/>
                <a:cs typeface="Times New Roman" pitchFamily="18" charset="0"/>
              </a:rPr>
              <a:t>Checked data display from backend</a:t>
            </a:r>
          </a:p>
          <a:p>
            <a:pPr lvl="2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27</a:t>
            </a:fld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249892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Successfully developed an AI-based Face Recognition Attendance System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Automated attendance process using real-time face detection and recognition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Reduced manual work and minimized errors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Integrated backend (Flask) and frontend (React) successfully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System is efficient, reliable, and user-friendly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Can be used in colleges, offices, and industries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28</a:t>
            </a:fld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733" y="1343025"/>
            <a:ext cx="10515600" cy="4351338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https://github.com/deepinsight/insightface⁠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https://opencv.org⁠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https://flask.palletsprojects.com⁠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https://react.dev⁠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https://onnxruntime.ai⁠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https://numpy.org⁠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  <a:hlinkClick r:id="rId2" action="ppaction://hlinkpres?slideindex=1&amp;slidetitle="/>
              </a:rPr>
              <a:t>https://stackoverflow.com⁠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29</a:t>
            </a:fld>
            <a:endParaRPr lang="en-I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https://github.com/shivanandashetty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7108</TotalTime>
  <Words>1338</Words>
  <Application>Microsoft Office PowerPoint</Application>
  <PresentationFormat>Widescreen</PresentationFormat>
  <Paragraphs>254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Cambria</vt:lpstr>
      <vt:lpstr>Courier New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Design</vt:lpstr>
      <vt:lpstr>System Design</vt:lpstr>
      <vt:lpstr>System Design</vt:lpstr>
      <vt:lpstr>System Implementation </vt:lpstr>
      <vt:lpstr>System Implementation </vt:lpstr>
      <vt:lpstr>System Testing</vt:lpstr>
      <vt:lpstr>System Testing</vt:lpstr>
      <vt:lpstr>Conclusion</vt:lpstr>
      <vt:lpstr>References</vt:lpstr>
      <vt:lpstr>Github Link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 k</cp:lastModifiedBy>
  <cp:revision>727</cp:revision>
  <dcterms:created xsi:type="dcterms:W3CDTF">2022-10-14T07:18:17Z</dcterms:created>
  <dcterms:modified xsi:type="dcterms:W3CDTF">2026-04-09T09:23:24Z</dcterms:modified>
</cp:coreProperties>
</file>