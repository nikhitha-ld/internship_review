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97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custT="1"/>
      <dgm:spPr/>
      <dgm:t>
        <a:bodyPr/>
        <a:lstStyle/>
        <a:p>
          <a:r>
            <a:rPr lang="en-US" sz="1100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custT="1"/>
      <dgm:spPr/>
      <dgm:t>
        <a:bodyPr/>
        <a:lstStyle/>
        <a:p>
          <a:r>
            <a:rPr lang="en-US" sz="1200" dirty="0">
              <a:latin typeface="Times New Roman" pitchFamily="18" charset="0"/>
              <a:cs typeface="Times New Roman" pitchFamily="18" charset="0"/>
            </a:rPr>
            <a:t>Designing system architecture</a:t>
          </a: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DDFEE529-7D30-4B1B-A9A9-188E61905EBD}">
      <dgm:prSet custT="1"/>
      <dgm:spPr/>
      <dgm:t>
        <a:bodyPr/>
        <a:lstStyle/>
        <a:p>
          <a:r>
            <a:rPr lang="en-US" sz="1100">
              <a:latin typeface="Times New Roman" pitchFamily="18" charset="0"/>
              <a:cs typeface="Times New Roman" pitchFamily="18" charset="0"/>
            </a:rPr>
            <a:t>Learning basics of Face Recognition and AI</a:t>
          </a:r>
        </a:p>
      </dgm:t>
    </dgm:pt>
    <dgm:pt modelId="{8CEBB46B-D25D-490F-B77B-9DA0476AE203}" type="parTrans" cxnId="{FE526E78-D3AC-4D90-B3D1-C1812C43ECC2}">
      <dgm:prSet/>
      <dgm:spPr/>
      <dgm:t>
        <a:bodyPr/>
        <a:lstStyle/>
        <a:p>
          <a:endParaRPr lang="en-US"/>
        </a:p>
      </dgm:t>
    </dgm:pt>
    <dgm:pt modelId="{D6EB8FF9-4338-4C55-A703-F4C49EDC88B8}" type="sibTrans" cxnId="{FE526E78-D3AC-4D90-B3D1-C1812C43ECC2}">
      <dgm:prSet/>
      <dgm:spPr/>
      <dgm:t>
        <a:bodyPr/>
        <a:lstStyle/>
        <a:p>
          <a:endParaRPr lang="en-US"/>
        </a:p>
      </dgm:t>
    </dgm:pt>
    <dgm:pt modelId="{6925D430-A01D-415B-9BF8-992C29CCF13E}">
      <dgm:prSet custT="1"/>
      <dgm:spPr/>
      <dgm:t>
        <a:bodyPr/>
        <a:lstStyle/>
        <a:p>
          <a:r>
            <a:rPr lang="en-US" sz="1100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</a:p>
      </dgm:t>
    </dgm:pt>
    <dgm:pt modelId="{A95EE22F-8808-41B2-A61F-1E0DD2BB8B05}" type="parTrans" cxnId="{060828C8-40AB-4D69-A660-C0A084980279}">
      <dgm:prSet/>
      <dgm:spPr/>
      <dgm:t>
        <a:bodyPr/>
        <a:lstStyle/>
        <a:p>
          <a:endParaRPr lang="en-US"/>
        </a:p>
      </dgm:t>
    </dgm:pt>
    <dgm:pt modelId="{DD6C07FC-3E74-44F0-BB93-A35D3C8AEAFB}" type="sibTrans" cxnId="{060828C8-40AB-4D69-A660-C0A084980279}">
      <dgm:prSet/>
      <dgm:spPr/>
      <dgm:t>
        <a:bodyPr/>
        <a:lstStyle/>
        <a:p>
          <a:endParaRPr lang="en-US"/>
        </a:p>
      </dgm:t>
    </dgm:pt>
    <dgm:pt modelId="{A3F571C9-2B59-4F29-A991-492F4209BA16}">
      <dgm:prSet custT="1"/>
      <dgm:spPr/>
      <dgm:t>
        <a:bodyPr/>
        <a:lstStyle/>
        <a:p>
          <a:r>
            <a:rPr lang="en-US" sz="1100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</a:p>
      </dgm:t>
    </dgm:pt>
    <dgm:pt modelId="{C3342AFB-92A2-42F5-BE5A-F6CB2D8D8379}" type="parTrans" cxnId="{9F7F851E-9CB8-44E1-B232-C7321ECB12B3}">
      <dgm:prSet/>
      <dgm:spPr/>
      <dgm:t>
        <a:bodyPr/>
        <a:lstStyle/>
        <a:p>
          <a:endParaRPr lang="en-US"/>
        </a:p>
      </dgm:t>
    </dgm:pt>
    <dgm:pt modelId="{22DD5DBB-D3FB-4000-A5F8-BE98749D4C8A}" type="sibTrans" cxnId="{9F7F851E-9CB8-44E1-B232-C7321ECB12B3}">
      <dgm:prSet/>
      <dgm:spPr/>
      <dgm:t>
        <a:bodyPr/>
        <a:lstStyle/>
        <a:p>
          <a:endParaRPr lang="en-US"/>
        </a:p>
      </dgm:t>
    </dgm:pt>
    <dgm:pt modelId="{23718078-18DD-401F-93F9-E070FBDFECE5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Learning basics of Face Recognition and AI</a:t>
          </a:r>
        </a:p>
      </dgm:t>
    </dgm:pt>
    <dgm:pt modelId="{2D41D316-1674-4861-B962-47052500207B}" type="parTrans" cxnId="{E52D73F3-BCE9-4E62-919E-488EC1E7472E}">
      <dgm:prSet/>
      <dgm:spPr/>
      <dgm:t>
        <a:bodyPr/>
        <a:lstStyle/>
        <a:p>
          <a:endParaRPr lang="en-US"/>
        </a:p>
      </dgm:t>
    </dgm:pt>
    <dgm:pt modelId="{72551748-8860-4B05-9C5B-3A7D1D603ABA}" type="sibTrans" cxnId="{E52D73F3-BCE9-4E62-919E-488EC1E7472E}">
      <dgm:prSet/>
      <dgm:spPr/>
      <dgm:t>
        <a:bodyPr/>
        <a:lstStyle/>
        <a:p>
          <a:endParaRPr lang="en-US"/>
        </a:p>
      </dgm:t>
    </dgm:pt>
    <dgm:pt modelId="{592E4B39-DAE8-42EB-AB60-4DD1F55AE6B2}">
      <dgm:prSet/>
      <dgm:spPr/>
      <dgm:t>
        <a:bodyPr/>
        <a:lstStyle/>
        <a:p>
          <a:r>
            <a:rPr lang="en-US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</a:p>
      </dgm:t>
    </dgm:pt>
    <dgm:pt modelId="{7DBBD6F7-3CAA-47C3-A642-C18CC1810868}" type="parTrans" cxnId="{A98B3B12-1906-4CFE-B5D2-44E28ED2FA90}">
      <dgm:prSet/>
      <dgm:spPr/>
      <dgm:t>
        <a:bodyPr/>
        <a:lstStyle/>
        <a:p>
          <a:endParaRPr lang="en-US"/>
        </a:p>
      </dgm:t>
    </dgm:pt>
    <dgm:pt modelId="{9C869E73-F4A9-4758-8A89-130295D871BE}" type="sibTrans" cxnId="{A98B3B12-1906-4CFE-B5D2-44E28ED2FA90}">
      <dgm:prSet/>
      <dgm:spPr/>
      <dgm:t>
        <a:bodyPr/>
        <a:lstStyle/>
        <a:p>
          <a:endParaRPr lang="en-US"/>
        </a:p>
      </dgm:t>
    </dgm:pt>
    <dgm:pt modelId="{BFE4EE50-BF59-4F15-A8B6-0EFAB25B4F74}">
      <dgm:prSet/>
      <dgm:spPr/>
      <dgm:t>
        <a:bodyPr/>
        <a:lstStyle/>
        <a:p>
          <a:r>
            <a:rPr lang="en-US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</a:p>
      </dgm:t>
    </dgm:pt>
    <dgm:pt modelId="{FDCE6FF8-2A3E-4316-ABBB-97B0C96B804A}" type="parTrans" cxnId="{A2B38520-74C0-46E3-A96F-7A185F808E7F}">
      <dgm:prSet/>
      <dgm:spPr/>
      <dgm:t>
        <a:bodyPr/>
        <a:lstStyle/>
        <a:p>
          <a:endParaRPr lang="en-US"/>
        </a:p>
      </dgm:t>
    </dgm:pt>
    <dgm:pt modelId="{A10E829F-2EDD-4A7F-A2A1-03BD89E9B5F0}" type="sibTrans" cxnId="{A2B38520-74C0-46E3-A96F-7A185F808E7F}">
      <dgm:prSet/>
      <dgm:spPr/>
      <dgm:t>
        <a:bodyPr/>
        <a:lstStyle/>
        <a:p>
          <a:endParaRPr lang="en-US"/>
        </a:p>
      </dgm:t>
    </dgm:pt>
    <dgm:pt modelId="{BB69796B-3B64-454F-9D2B-E22B06CBCE9B}">
      <dgm:prSet custT="1"/>
      <dgm:spPr/>
      <dgm:t>
        <a:bodyPr/>
        <a:lstStyle/>
        <a:p>
          <a:r>
            <a:rPr lang="en-US" sz="1200">
              <a:latin typeface="Times New Roman" pitchFamily="18" charset="0"/>
              <a:cs typeface="Times New Roman" pitchFamily="18" charset="0"/>
            </a:rPr>
            <a:t>Developing backend using Flask</a:t>
          </a:r>
        </a:p>
      </dgm:t>
    </dgm:pt>
    <dgm:pt modelId="{B88F5A73-9933-4E2E-9FC1-E937F127E0F6}" type="parTrans" cxnId="{CAE77AAA-85C9-481C-A628-F130D6D2D057}">
      <dgm:prSet/>
      <dgm:spPr/>
      <dgm:t>
        <a:bodyPr/>
        <a:lstStyle/>
        <a:p>
          <a:endParaRPr lang="en-US"/>
        </a:p>
      </dgm:t>
    </dgm:pt>
    <dgm:pt modelId="{D156835E-DAF4-4258-BAD7-DFE451D2E1B4}" type="sibTrans" cxnId="{CAE77AAA-85C9-481C-A628-F130D6D2D057}">
      <dgm:prSet/>
      <dgm:spPr/>
      <dgm:t>
        <a:bodyPr/>
        <a:lstStyle/>
        <a:p>
          <a:endParaRPr lang="en-US"/>
        </a:p>
      </dgm:t>
    </dgm:pt>
    <dgm:pt modelId="{963B6549-B67C-4BD4-9D52-8C05AED0DEF1}">
      <dgm:prSet custT="1"/>
      <dgm:spPr/>
      <dgm:t>
        <a:bodyPr/>
        <a:lstStyle/>
        <a:p>
          <a:r>
            <a:rPr lang="en-US" sz="1200">
              <a:latin typeface="Times New Roman" pitchFamily="18" charset="0"/>
              <a:cs typeface="Times New Roman" pitchFamily="18" charset="0"/>
            </a:rPr>
            <a:t>Creating frontend using React</a:t>
          </a:r>
        </a:p>
      </dgm:t>
    </dgm:pt>
    <dgm:pt modelId="{DDE529D2-69D4-402E-BF48-59DADCBCAB06}" type="parTrans" cxnId="{EDF12BB8-DEEE-4B3F-A86A-1D5E12B57230}">
      <dgm:prSet/>
      <dgm:spPr/>
      <dgm:t>
        <a:bodyPr/>
        <a:lstStyle/>
        <a:p>
          <a:endParaRPr lang="en-US"/>
        </a:p>
      </dgm:t>
    </dgm:pt>
    <dgm:pt modelId="{8A6DF34F-A232-42E1-B4D2-9FB3F8A85558}" type="sibTrans" cxnId="{EDF12BB8-DEEE-4B3F-A86A-1D5E12B57230}">
      <dgm:prSet/>
      <dgm:spPr/>
      <dgm:t>
        <a:bodyPr/>
        <a:lstStyle/>
        <a:p>
          <a:endParaRPr lang="en-US"/>
        </a:p>
      </dgm:t>
    </dgm:pt>
    <dgm:pt modelId="{49629957-38B9-4371-8A3D-E612A06D7B52}">
      <dgm:prSet custT="1"/>
      <dgm:spPr/>
      <dgm:t>
        <a:bodyPr/>
        <a:lstStyle/>
        <a:p>
          <a:r>
            <a:rPr lang="en-US" sz="1200">
              <a:latin typeface="Times New Roman" pitchFamily="18" charset="0"/>
              <a:cs typeface="Times New Roman" pitchFamily="18" charset="0"/>
            </a:rPr>
            <a:t>Dataset collection and face encoding</a:t>
          </a:r>
        </a:p>
      </dgm:t>
    </dgm:pt>
    <dgm:pt modelId="{EA6ACBE8-272E-4B18-B1AE-8AF8982792F3}" type="parTrans" cxnId="{309D1549-D113-46A4-B8DD-6204555FEF1D}">
      <dgm:prSet/>
      <dgm:spPr/>
      <dgm:t>
        <a:bodyPr/>
        <a:lstStyle/>
        <a:p>
          <a:endParaRPr lang="en-US"/>
        </a:p>
      </dgm:t>
    </dgm:pt>
    <dgm:pt modelId="{D82A7FB7-2BA6-4532-B250-D3CE9C5101B6}" type="sibTrans" cxnId="{309D1549-D113-46A4-B8DD-6204555FEF1D}">
      <dgm:prSet/>
      <dgm:spPr/>
      <dgm:t>
        <a:bodyPr/>
        <a:lstStyle/>
        <a:p>
          <a:endParaRPr lang="en-US"/>
        </a:p>
      </dgm:t>
    </dgm:pt>
    <dgm:pt modelId="{9FF2ACC7-D341-48A8-94E2-1A2EE6F8D521}">
      <dgm:prSet custT="1"/>
      <dgm:spPr/>
      <dgm:t>
        <a:bodyPr/>
        <a:lstStyle/>
        <a:p>
          <a:r>
            <a:rPr lang="en-US" sz="1200" dirty="0" err="1">
              <a:latin typeface="Times New Roman" pitchFamily="18" charset="0"/>
              <a:cs typeface="Times New Roman" pitchFamily="18" charset="0"/>
            </a:rPr>
            <a:t>GitHub</a:t>
          </a:r>
          <a:r>
            <a:rPr lang="en-US" sz="1200" dirty="0">
              <a:latin typeface="Times New Roman" pitchFamily="18" charset="0"/>
              <a:cs typeface="Times New Roman" pitchFamily="18" charset="0"/>
            </a:rPr>
            <a:t> repository setup</a:t>
          </a:r>
        </a:p>
      </dgm:t>
    </dgm:pt>
    <dgm:pt modelId="{BA48AB3B-C45C-406E-A281-D229F5D73B4B}" type="parTrans" cxnId="{CA731F88-F711-4E54-A552-0765C5360F03}">
      <dgm:prSet/>
      <dgm:spPr/>
      <dgm:t>
        <a:bodyPr/>
        <a:lstStyle/>
        <a:p>
          <a:endParaRPr lang="en-US"/>
        </a:p>
      </dgm:t>
    </dgm:pt>
    <dgm:pt modelId="{D2221936-7759-43AC-88ED-AFE5DDCCAB5A}" type="sibTrans" cxnId="{CA731F88-F711-4E54-A552-0765C5360F03}">
      <dgm:prSet/>
      <dgm:spPr/>
      <dgm:t>
        <a:bodyPr/>
        <a:lstStyle/>
        <a:p>
          <a:endParaRPr lang="en-US"/>
        </a:p>
      </dgm:t>
    </dgm:pt>
    <dgm:pt modelId="{9452D462-CE3D-4CFB-A610-BF40441D3A0B}">
      <dgm:prSet custT="1"/>
      <dgm:spPr/>
      <dgm:t>
        <a:bodyPr/>
        <a:lstStyle/>
        <a:p>
          <a:r>
            <a:rPr lang="en-US" sz="1200"/>
            <a:t>Integrating frontend with backend</a:t>
          </a:r>
        </a:p>
      </dgm:t>
    </dgm:pt>
    <dgm:pt modelId="{C05FA1F4-8745-4C39-A45E-ACB31392CEBA}" type="parTrans" cxnId="{9E3CCE42-6EDE-4EB1-8F38-3B9E2F159A47}">
      <dgm:prSet/>
      <dgm:spPr/>
      <dgm:t>
        <a:bodyPr/>
        <a:lstStyle/>
        <a:p>
          <a:endParaRPr lang="en-US"/>
        </a:p>
      </dgm:t>
    </dgm:pt>
    <dgm:pt modelId="{5451717D-E041-4DC7-8B49-D3C6DA017C7F}" type="sibTrans" cxnId="{9E3CCE42-6EDE-4EB1-8F38-3B9E2F159A47}">
      <dgm:prSet/>
      <dgm:spPr/>
      <dgm:t>
        <a:bodyPr/>
        <a:lstStyle/>
        <a:p>
          <a:endParaRPr lang="en-US"/>
        </a:p>
      </dgm:t>
    </dgm:pt>
    <dgm:pt modelId="{DC22AA24-293B-4B13-B029-F70DFECF9E77}">
      <dgm:prSet custT="1"/>
      <dgm:spPr/>
      <dgm:t>
        <a:bodyPr/>
        <a:lstStyle/>
        <a:p>
          <a:r>
            <a:rPr lang="en-US" sz="1200"/>
            <a:t>Implementing live camera recognition</a:t>
          </a:r>
        </a:p>
      </dgm:t>
    </dgm:pt>
    <dgm:pt modelId="{D3344CF7-DDAC-4172-B7F9-7BE0F22F7E70}" type="parTrans" cxnId="{76BD990F-BED9-4680-9920-D800E96D0230}">
      <dgm:prSet/>
      <dgm:spPr/>
      <dgm:t>
        <a:bodyPr/>
        <a:lstStyle/>
        <a:p>
          <a:endParaRPr lang="en-US"/>
        </a:p>
      </dgm:t>
    </dgm:pt>
    <dgm:pt modelId="{2774D892-AF6F-4499-B9F9-D5C140C56103}" type="sibTrans" cxnId="{76BD990F-BED9-4680-9920-D800E96D0230}">
      <dgm:prSet/>
      <dgm:spPr/>
      <dgm:t>
        <a:bodyPr/>
        <a:lstStyle/>
        <a:p>
          <a:endParaRPr lang="en-US"/>
        </a:p>
      </dgm:t>
    </dgm:pt>
    <dgm:pt modelId="{E6EA7D03-FCEC-4FA5-804B-189269262162}">
      <dgm:prSet custT="1"/>
      <dgm:spPr/>
      <dgm:t>
        <a:bodyPr/>
        <a:lstStyle/>
        <a:p>
          <a:r>
            <a:rPr lang="en-US" sz="1200" dirty="0"/>
            <a:t>Testing face detection and attendance marking</a:t>
          </a:r>
        </a:p>
      </dgm:t>
    </dgm:pt>
    <dgm:pt modelId="{6C86CA10-CA4C-4F0F-9FBB-624C4824E31D}" type="parTrans" cxnId="{740A0673-5F8C-405C-8C3F-63471406FD8A}">
      <dgm:prSet/>
      <dgm:spPr/>
      <dgm:t>
        <a:bodyPr/>
        <a:lstStyle/>
        <a:p>
          <a:endParaRPr lang="en-US"/>
        </a:p>
      </dgm:t>
    </dgm:pt>
    <dgm:pt modelId="{29577211-60C5-4F06-805A-EF2A4B651042}" type="sibTrans" cxnId="{740A0673-5F8C-405C-8C3F-63471406FD8A}">
      <dgm:prSet/>
      <dgm:spPr/>
      <dgm:t>
        <a:bodyPr/>
        <a:lstStyle/>
        <a:p>
          <a:endParaRPr lang="en-US"/>
        </a:p>
      </dgm:t>
    </dgm:pt>
    <dgm:pt modelId="{3D696DBD-FE88-4FA3-9546-FF021CEFED78}">
      <dgm:prSet custT="1"/>
      <dgm:spPr/>
      <dgm:t>
        <a:bodyPr/>
        <a:lstStyle/>
        <a:p>
          <a:r>
            <a:rPr lang="en-US" sz="1200" dirty="0"/>
            <a:t>Improving accuracy and performance</a:t>
          </a:r>
        </a:p>
      </dgm:t>
    </dgm:pt>
    <dgm:pt modelId="{81099F24-CD67-4C8B-B405-70D086E67DF9}" type="parTrans" cxnId="{BB0F0018-D08B-4C23-9A2A-D38B0F6BE750}">
      <dgm:prSet/>
      <dgm:spPr/>
      <dgm:t>
        <a:bodyPr/>
        <a:lstStyle/>
        <a:p>
          <a:endParaRPr lang="en-US"/>
        </a:p>
      </dgm:t>
    </dgm:pt>
    <dgm:pt modelId="{BCD91924-6A68-4BCD-A94B-83CECA026620}" type="sibTrans" cxnId="{BB0F0018-D08B-4C23-9A2A-D38B0F6BE750}">
      <dgm:prSet/>
      <dgm:spPr/>
      <dgm:t>
        <a:bodyPr/>
        <a:lstStyle/>
        <a:p>
          <a:endParaRPr lang="en-US"/>
        </a:p>
      </dgm:t>
    </dgm:pt>
    <dgm:pt modelId="{1314B379-1CB6-405D-AFE3-1734E7C93C13}">
      <dgm:prSet custT="1"/>
      <dgm:spPr/>
      <dgm:t>
        <a:bodyPr/>
        <a:lstStyle/>
        <a:p>
          <a:r>
            <a:rPr lang="en-US" sz="1200">
              <a:latin typeface="Times New Roman" pitchFamily="18" charset="0"/>
              <a:cs typeface="Times New Roman" pitchFamily="18" charset="0"/>
            </a:rPr>
            <a:t>Complete system deployment</a:t>
          </a:r>
        </a:p>
      </dgm:t>
    </dgm:pt>
    <dgm:pt modelId="{A89F53EB-DC52-44A1-8B6E-93025F5EB852}" type="parTrans" cxnId="{20B6D472-2D80-4D59-937E-F1571E716EAE}">
      <dgm:prSet/>
      <dgm:spPr/>
    </dgm:pt>
    <dgm:pt modelId="{429ECCB3-1519-4F89-9012-B7A71188FC0A}" type="sibTrans" cxnId="{20B6D472-2D80-4D59-937E-F1571E716EAE}">
      <dgm:prSet/>
      <dgm:spPr/>
    </dgm:pt>
    <dgm:pt modelId="{774E2FC8-AEA9-4C28-AD98-A7DD5A4CD959}">
      <dgm:prSet custT="1"/>
      <dgm:spPr/>
      <dgm:t>
        <a:bodyPr/>
        <a:lstStyle/>
        <a:p>
          <a:r>
            <a:rPr lang="en-US" sz="1200">
              <a:latin typeface="Times New Roman" pitchFamily="18" charset="0"/>
              <a:cs typeface="Times New Roman" pitchFamily="18" charset="0"/>
            </a:rPr>
            <a:t>Final testing and validation</a:t>
          </a:r>
        </a:p>
      </dgm:t>
    </dgm:pt>
    <dgm:pt modelId="{E2666B9D-8470-4236-97BA-531B154B4CD4}" type="parTrans" cxnId="{C6D0E705-CE9F-4D36-AF44-B859619D0670}">
      <dgm:prSet/>
      <dgm:spPr/>
      <dgm:t>
        <a:bodyPr/>
        <a:lstStyle/>
        <a:p>
          <a:endParaRPr lang="en-US"/>
        </a:p>
      </dgm:t>
    </dgm:pt>
    <dgm:pt modelId="{0A828B8C-0884-43F3-A4D6-9B8112B5689D}" type="sibTrans" cxnId="{C6D0E705-CE9F-4D36-AF44-B859619D0670}">
      <dgm:prSet/>
      <dgm:spPr/>
      <dgm:t>
        <a:bodyPr/>
        <a:lstStyle/>
        <a:p>
          <a:endParaRPr lang="en-US"/>
        </a:p>
      </dgm:t>
    </dgm:pt>
    <dgm:pt modelId="{B507E033-9FA1-497B-8A67-E11F10FD0808}">
      <dgm:prSet custT="1"/>
      <dgm:spPr/>
      <dgm:t>
        <a:bodyPr/>
        <a:lstStyle/>
        <a:p>
          <a:r>
            <a:rPr lang="en-US" sz="1200" dirty="0">
              <a:latin typeface="Times New Roman" pitchFamily="18" charset="0"/>
              <a:cs typeface="Times New Roman" pitchFamily="18" charset="0"/>
            </a:rPr>
            <a:t>Project demonstration</a:t>
          </a:r>
        </a:p>
      </dgm:t>
    </dgm:pt>
    <dgm:pt modelId="{9468D6E9-5D92-4C58-84B5-F45FB79E462A}" type="parTrans" cxnId="{3CC57770-9024-4A11-B810-E8D9FA3085BD}">
      <dgm:prSet/>
      <dgm:spPr/>
      <dgm:t>
        <a:bodyPr/>
        <a:lstStyle/>
        <a:p>
          <a:endParaRPr lang="en-US"/>
        </a:p>
      </dgm:t>
    </dgm:pt>
    <dgm:pt modelId="{EFC1BBF1-30C4-4C1B-A504-F2B511EACFB6}" type="sibTrans" cxnId="{3CC57770-9024-4A11-B810-E8D9FA3085BD}">
      <dgm:prSet/>
      <dgm:spPr/>
      <dgm:t>
        <a:bodyPr/>
        <a:lstStyle/>
        <a:p>
          <a:endParaRPr lang="en-US"/>
        </a:p>
      </dgm:t>
    </dgm:pt>
    <dgm:pt modelId="{DECFA18B-20F3-46AA-B4EC-98ED7999FC42}">
      <dgm:prSet custT="1"/>
      <dgm:spPr/>
      <dgm:t>
        <a:bodyPr/>
        <a:lstStyle/>
        <a:p>
          <a:r>
            <a:rPr lang="en-US" sz="1200">
              <a:latin typeface="Times New Roman" pitchFamily="18" charset="0"/>
              <a:cs typeface="Times New Roman" pitchFamily="18" charset="0"/>
            </a:rPr>
            <a:t>Final report submission</a:t>
          </a:r>
        </a:p>
      </dgm:t>
    </dgm:pt>
    <dgm:pt modelId="{40E85361-054A-4B11-977D-4C9014230539}" type="parTrans" cxnId="{BF1E34FD-DC26-43D2-B0AD-2FE096478636}">
      <dgm:prSet/>
      <dgm:spPr/>
      <dgm:t>
        <a:bodyPr/>
        <a:lstStyle/>
        <a:p>
          <a:endParaRPr lang="en-US"/>
        </a:p>
      </dgm:t>
    </dgm:pt>
    <dgm:pt modelId="{114F2902-9FB3-48C9-82AC-AD885D0D4B8A}" type="sibTrans" cxnId="{BF1E34FD-DC26-43D2-B0AD-2FE096478636}">
      <dgm:prSet/>
      <dgm:spPr/>
      <dgm:t>
        <a:bodyPr/>
        <a:lstStyle/>
        <a:p>
          <a:endParaRPr lang="en-US"/>
        </a:p>
      </dgm:t>
    </dgm:pt>
    <dgm:pt modelId="{E302371C-C53F-4690-962F-BE41A0C22DEB}">
      <dgm:prSet custT="1"/>
      <dgm:spPr/>
      <dgm:t>
        <a:bodyPr/>
        <a:lstStyle/>
        <a:p>
          <a:r>
            <a:rPr lang="en-US" sz="1200" dirty="0">
              <a:latin typeface="Times New Roman" pitchFamily="18" charset="0"/>
              <a:cs typeface="Times New Roman" pitchFamily="18" charset="0"/>
            </a:rPr>
            <a:t>Internship completion</a:t>
          </a:r>
        </a:p>
      </dgm:t>
    </dgm:pt>
    <dgm:pt modelId="{1EFFC238-FEB8-4112-9BE2-145E311FFD24}" type="parTrans" cxnId="{7DFF042A-0723-4ADD-BCA6-39DDB7EDA7C3}">
      <dgm:prSet/>
      <dgm:spPr/>
      <dgm:t>
        <a:bodyPr/>
        <a:lstStyle/>
        <a:p>
          <a:endParaRPr lang="en-US"/>
        </a:p>
      </dgm:t>
    </dgm:pt>
    <dgm:pt modelId="{C73C5342-4113-4143-9CF6-C1C29BC073FD}" type="sibTrans" cxnId="{7DFF042A-0723-4ADD-BCA6-39DDB7EDA7C3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 custLinFactNeighborX="2890" custLinFactNeighborY="-853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3A148602-FF29-4906-B326-00D763D49E3A}" type="presOf" srcId="{B507E033-9FA1-497B-8A67-E11F10FD0808}" destId="{928B615F-0F8D-4140-A638-0FBB8F5BF1E9}" srcOrd="1" destOrd="2" presId="urn:microsoft.com/office/officeart/2011/layout/InterconnectedBlockProcess"/>
    <dgm:cxn modelId="{C6D0E705-CE9F-4D36-AF44-B859619D0670}" srcId="{65C051F6-A849-4495-A964-CD4C650B9C06}" destId="{774E2FC8-AEA9-4C28-AD98-A7DD5A4CD959}" srcOrd="1" destOrd="0" parTransId="{E2666B9D-8470-4236-97BA-531B154B4CD4}" sibTransId="{0A828B8C-0884-43F3-A4D6-9B8112B5689D}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76BD990F-BED9-4680-9920-D800E96D0230}" srcId="{5E92505A-51E0-4F78-B3C5-704ACF8710DE}" destId="{DC22AA24-293B-4B13-B029-F70DFECF9E77}" srcOrd="1" destOrd="0" parTransId="{D3344CF7-DDAC-4172-B7F9-7BE0F22F7E70}" sibTransId="{2774D892-AF6F-4499-B9F9-D5C140C56103}"/>
    <dgm:cxn modelId="{8AABCC11-2644-48AC-ACB1-2415122EE987}" type="presOf" srcId="{23718078-18DD-401F-93F9-E070FBDFECE5}" destId="{06F8D57B-EDF4-4CF4-8700-DC2CA3E3028E}" srcOrd="0" destOrd="1" presId="urn:microsoft.com/office/officeart/2011/layout/InterconnectedBlockProcess"/>
    <dgm:cxn modelId="{A98B3B12-1906-4CFE-B5D2-44E28ED2FA90}" srcId="{7B3055AA-BF7C-46D0-9A9E-60087B9F57B4}" destId="{592E4B39-DAE8-42EB-AB60-4DD1F55AE6B2}" srcOrd="2" destOrd="0" parTransId="{7DBBD6F7-3CAA-47C3-A642-C18CC1810868}" sibTransId="{9C869E73-F4A9-4758-8A89-130295D871BE}"/>
    <dgm:cxn modelId="{E54C6512-8903-45BA-B421-B59572DAC486}" type="presOf" srcId="{E6EA7D03-FCEC-4FA5-804B-189269262162}" destId="{FC0F1314-3294-4A8C-8DCE-EB53E236164C}" srcOrd="0" destOrd="2" presId="urn:microsoft.com/office/officeart/2011/layout/InterconnectedBlockProcess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BB0F0018-D08B-4C23-9A2A-D38B0F6BE750}" srcId="{5E92505A-51E0-4F78-B3C5-704ACF8710DE}" destId="{3D696DBD-FE88-4FA3-9546-FF021CEFED78}" srcOrd="3" destOrd="0" parTransId="{81099F24-CD67-4C8B-B405-70D086E67DF9}" sibTransId="{BCD91924-6A68-4BCD-A94B-83CECA026620}"/>
    <dgm:cxn modelId="{72748518-6F8B-4EF7-8E9F-070CB2B16F40}" type="presOf" srcId="{A3F571C9-2B59-4F29-A991-492F4209BA16}" destId="{1C91D7E3-8940-4A33-9182-677DD5415901}" srcOrd="1" destOrd="3" presId="urn:microsoft.com/office/officeart/2011/layout/InterconnectedBlockProcess"/>
    <dgm:cxn modelId="{0BB8991B-B9E3-44B5-A5B1-B4ED67AF46D8}" type="presOf" srcId="{DECFA18B-20F3-46AA-B4EC-98ED7999FC42}" destId="{8CAE5A4D-0C7B-48A6-917B-0B8433D0574B}" srcOrd="0" destOrd="3" presId="urn:microsoft.com/office/officeart/2011/layout/InterconnectedBlockProcess"/>
    <dgm:cxn modelId="{9F7F851E-9CB8-44E1-B232-C7321ECB12B3}" srcId="{988D96B0-D16E-4763-B393-84178CF4FF50}" destId="{A3F571C9-2B59-4F29-A991-492F4209BA16}" srcOrd="3" destOrd="0" parTransId="{C3342AFB-92A2-42F5-BE5A-F6CB2D8D8379}" sibTransId="{22DD5DBB-D3FB-4000-A5F8-BE98749D4C8A}"/>
    <dgm:cxn modelId="{A2B38520-74C0-46E3-A96F-7A185F808E7F}" srcId="{7B3055AA-BF7C-46D0-9A9E-60087B9F57B4}" destId="{BFE4EE50-BF59-4F15-A8B6-0EFAB25B4F74}" srcOrd="3" destOrd="0" parTransId="{FDCE6FF8-2A3E-4316-ABBB-97B0C96B804A}" sibTransId="{A10E829F-2EDD-4A7F-A2A1-03BD89E9B5F0}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F92FB323-A03E-4B91-8D97-867428D973F7}" type="presOf" srcId="{9FF2ACC7-D341-48A8-94E2-1A2EE6F8D521}" destId="{2532504F-5FE1-4C97-B485-F05E8885EACC}" srcOrd="0" destOrd="4" presId="urn:microsoft.com/office/officeart/2011/layout/InterconnectedBlockProcess"/>
    <dgm:cxn modelId="{64F64326-3B99-48E5-A253-9DB83AB287E4}" type="presOf" srcId="{A3F571C9-2B59-4F29-A991-492F4209BA16}" destId="{A134CDD1-D85F-44EF-8BEE-9F99A855C1E6}" srcOrd="0" destOrd="3" presId="urn:microsoft.com/office/officeart/2011/layout/InterconnectedBlockProcess"/>
    <dgm:cxn modelId="{FC846A27-4C03-45D5-82D9-E781B89B7858}" type="presOf" srcId="{BFE4EE50-BF59-4F15-A8B6-0EFAB25B4F74}" destId="{06F8D57B-EDF4-4CF4-8700-DC2CA3E3028E}" srcOrd="0" destOrd="3" presId="urn:microsoft.com/office/officeart/2011/layout/InterconnectedBlockProcess"/>
    <dgm:cxn modelId="{36FD4628-8A05-4ED0-903A-D2437BBF6545}" type="presOf" srcId="{E302371C-C53F-4690-962F-BE41A0C22DEB}" destId="{928B615F-0F8D-4140-A638-0FBB8F5BF1E9}" srcOrd="1" destOrd="4" presId="urn:microsoft.com/office/officeart/2011/layout/InterconnectedBlockProcess"/>
    <dgm:cxn modelId="{7DFF042A-0723-4ADD-BCA6-39DDB7EDA7C3}" srcId="{65C051F6-A849-4495-A964-CD4C650B9C06}" destId="{E302371C-C53F-4690-962F-BE41A0C22DEB}" srcOrd="4" destOrd="0" parTransId="{1EFFC238-FEB8-4112-9BE2-145E311FFD24}" sibTransId="{C73C5342-4113-4143-9CF6-C1C29BC073FD}"/>
    <dgm:cxn modelId="{69E07E36-DC4B-46FF-A673-903E98FAC2BA}" type="presOf" srcId="{6925D430-A01D-415B-9BF8-992C29CCF13E}" destId="{A134CDD1-D85F-44EF-8BEE-9F99A855C1E6}" srcOrd="0" destOrd="2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0212AC5B-D3BA-45C7-88A3-ABDB1879FFD2}" type="presOf" srcId="{6925D430-A01D-415B-9BF8-992C29CCF13E}" destId="{1C91D7E3-8940-4A33-9182-677DD5415901}" srcOrd="1" destOrd="2" presId="urn:microsoft.com/office/officeart/2011/layout/InterconnectedBlockProcess"/>
    <dgm:cxn modelId="{9E3CCE42-6EDE-4EB1-8F38-3B9E2F159A47}" srcId="{5E92505A-51E0-4F78-B3C5-704ACF8710DE}" destId="{9452D462-CE3D-4CFB-A610-BF40441D3A0B}" srcOrd="0" destOrd="0" parTransId="{C05FA1F4-8745-4C39-A45E-ACB31392CEBA}" sibTransId="{5451717D-E041-4DC7-8B49-D3C6DA017C7F}"/>
    <dgm:cxn modelId="{130E4F43-E9D2-4694-8F03-143DB0209A65}" type="presOf" srcId="{BB69796B-3B64-454F-9D2B-E22B06CBCE9B}" destId="{2532504F-5FE1-4C97-B485-F05E8885EACC}" srcOrd="0" destOrd="1" presId="urn:microsoft.com/office/officeart/2011/layout/InterconnectedBlockProcess"/>
    <dgm:cxn modelId="{309D1549-D113-46A4-B8DD-6204555FEF1D}" srcId="{A59EC69B-8F3F-425B-819F-E8C557946AEE}" destId="{49629957-38B9-4371-8A3D-E612A06D7B52}" srcOrd="3" destOrd="0" parTransId="{EA6ACBE8-272E-4B18-B1AE-8AF8982792F3}" sibTransId="{D82A7FB7-2BA6-4532-B250-D3CE9C5101B6}"/>
    <dgm:cxn modelId="{5E97354A-8F18-4D67-B1F9-E588304835DC}" type="presOf" srcId="{B507E033-9FA1-497B-8A67-E11F10FD0808}" destId="{8CAE5A4D-0C7B-48A6-917B-0B8433D0574B}" srcOrd="0" destOrd="2" presId="urn:microsoft.com/office/officeart/2011/layout/InterconnectedBlockProcess"/>
    <dgm:cxn modelId="{4E10374B-AD4B-48FD-8226-6E9EAC568AF1}" type="presOf" srcId="{963B6549-B67C-4BD4-9D52-8C05AED0DEF1}" destId="{2532504F-5FE1-4C97-B485-F05E8885EACC}" srcOrd="0" destOrd="2" presId="urn:microsoft.com/office/officeart/2011/layout/InterconnectedBlockProcess"/>
    <dgm:cxn modelId="{A9F1BF4B-0DE8-428A-BD13-7F3F36FC04F9}" type="presOf" srcId="{49629957-38B9-4371-8A3D-E612A06D7B52}" destId="{2532504F-5FE1-4C97-B485-F05E8885EACC}" srcOrd="0" destOrd="3" presId="urn:microsoft.com/office/officeart/2011/layout/InterconnectedBlockProcess"/>
    <dgm:cxn modelId="{CC05CF4E-11F8-4E91-9CBF-79C592165A5C}" type="presOf" srcId="{DECFA18B-20F3-46AA-B4EC-98ED7999FC42}" destId="{928B615F-0F8D-4140-A638-0FBB8F5BF1E9}" srcOrd="1" destOrd="3" presId="urn:microsoft.com/office/officeart/2011/layout/InterconnectedBlockProcess"/>
    <dgm:cxn modelId="{B8CC414F-763E-495B-8055-9A8A58EBC2F7}" type="presOf" srcId="{9FF2ACC7-D341-48A8-94E2-1A2EE6F8D521}" destId="{0D08ED52-6744-4369-B780-916B09984775}" srcOrd="1" destOrd="4" presId="urn:microsoft.com/office/officeart/2011/layout/InterconnectedBlockProcess"/>
    <dgm:cxn modelId="{3CC57770-9024-4A11-B810-E8D9FA3085BD}" srcId="{65C051F6-A849-4495-A964-CD4C650B9C06}" destId="{B507E033-9FA1-497B-8A67-E11F10FD0808}" srcOrd="2" destOrd="0" parTransId="{9468D6E9-5D92-4C58-84B5-F45FB79E462A}" sibTransId="{EFC1BBF1-30C4-4C1B-A504-F2B511EACFB6}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20B6D472-2D80-4D59-937E-F1571E716EAE}" srcId="{65C051F6-A849-4495-A964-CD4C650B9C06}" destId="{1314B379-1CB6-405D-AFE3-1734E7C93C13}" srcOrd="0" destOrd="0" parTransId="{A89F53EB-DC52-44A1-8B6E-93025F5EB852}" sibTransId="{429ECCB3-1519-4F89-9012-B7A71188FC0A}"/>
    <dgm:cxn modelId="{740A0673-5F8C-405C-8C3F-63471406FD8A}" srcId="{5E92505A-51E0-4F78-B3C5-704ACF8710DE}" destId="{E6EA7D03-FCEC-4FA5-804B-189269262162}" srcOrd="2" destOrd="0" parTransId="{6C86CA10-CA4C-4F0F-9FBB-624C4824E31D}" sibTransId="{29577211-60C5-4F06-805A-EF2A4B651042}"/>
    <dgm:cxn modelId="{39140E73-2861-49BA-903A-72F4A6E9E841}" type="presOf" srcId="{E6EA7D03-FCEC-4FA5-804B-189269262162}" destId="{98225A61-A0EC-450A-BED8-EF2E47E8FD18}" srcOrd="1" destOrd="2" presId="urn:microsoft.com/office/officeart/2011/layout/InterconnectedBlockProcess"/>
    <dgm:cxn modelId="{FE526E78-D3AC-4D90-B3D1-C1812C43ECC2}" srcId="{988D96B0-D16E-4763-B393-84178CF4FF50}" destId="{DDFEE529-7D30-4B1B-A9A9-188E61905EBD}" srcOrd="1" destOrd="0" parTransId="{8CEBB46B-D25D-490F-B77B-9DA0476AE203}" sibTransId="{D6EB8FF9-4338-4C55-A703-F4C49EDC88B8}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62C1B27B-0CCE-4FF0-9CE4-FEDCA8E130A9}" type="presOf" srcId="{DC22AA24-293B-4B13-B029-F70DFECF9E77}" destId="{FC0F1314-3294-4A8C-8DCE-EB53E236164C}" srcOrd="0" destOrd="1" presId="urn:microsoft.com/office/officeart/2011/layout/InterconnectedBlockProcess"/>
    <dgm:cxn modelId="{6D392581-F507-4C32-9AE6-B5107A5711B2}" type="presOf" srcId="{BFE4EE50-BF59-4F15-A8B6-0EFAB25B4F74}" destId="{6BCCFBA6-7A43-4631-AD7F-AFB10E1E6CD7}" srcOrd="1" destOrd="3" presId="urn:microsoft.com/office/officeart/2011/layout/InterconnectedBlockProcess"/>
    <dgm:cxn modelId="{E8906B82-0830-4F19-BC61-DFC2EC179725}" type="presOf" srcId="{592E4B39-DAE8-42EB-AB60-4DD1F55AE6B2}" destId="{6BCCFBA6-7A43-4631-AD7F-AFB10E1E6CD7}" srcOrd="1" destOrd="2" presId="urn:microsoft.com/office/officeart/2011/layout/InterconnectedBlockProcess"/>
    <dgm:cxn modelId="{CA731F88-F711-4E54-A552-0765C5360F03}" srcId="{A59EC69B-8F3F-425B-819F-E8C557946AEE}" destId="{9FF2ACC7-D341-48A8-94E2-1A2EE6F8D521}" srcOrd="4" destOrd="0" parTransId="{BA48AB3B-C45C-406E-A281-D229F5D73B4B}" sibTransId="{D2221936-7759-43AC-88ED-AFE5DDCCAB5A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03FAED8A-94CC-4CA9-A2C7-B9033826182B}" type="presOf" srcId="{DDFEE529-7D30-4B1B-A9A9-188E61905EBD}" destId="{A134CDD1-D85F-44EF-8BEE-9F99A855C1E6}" srcOrd="0" destOrd="1" presId="urn:microsoft.com/office/officeart/2011/layout/InterconnectedBlockProcess"/>
    <dgm:cxn modelId="{CA4CAF8E-1762-4043-840B-2A3B064EB16F}" type="presOf" srcId="{592E4B39-DAE8-42EB-AB60-4DD1F55AE6B2}" destId="{06F8D57B-EDF4-4CF4-8700-DC2CA3E3028E}" srcOrd="0" destOrd="2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CAE77AAA-85C9-481C-A628-F130D6D2D057}" srcId="{A59EC69B-8F3F-425B-819F-E8C557946AEE}" destId="{BB69796B-3B64-454F-9D2B-E22B06CBCE9B}" srcOrd="1" destOrd="0" parTransId="{B88F5A73-9933-4E2E-9FC1-E937F127E0F6}" sibTransId="{D156835E-DAF4-4258-BAD7-DFE451D2E1B4}"/>
    <dgm:cxn modelId="{60CB6BAC-1FFE-48E0-A208-5D330BB3D6A5}" type="presOf" srcId="{DDFEE529-7D30-4B1B-A9A9-188E61905EBD}" destId="{1C91D7E3-8940-4A33-9182-677DD5415901}" srcOrd="1" destOrd="1" presId="urn:microsoft.com/office/officeart/2011/layout/InterconnectedBlockProcess"/>
    <dgm:cxn modelId="{3A3869AE-259A-4A92-A8DB-41A7DFCB545F}" type="presOf" srcId="{774E2FC8-AEA9-4C28-AD98-A7DD5A4CD959}" destId="{928B615F-0F8D-4140-A638-0FBB8F5BF1E9}" srcOrd="1" destOrd="1" presId="urn:microsoft.com/office/officeart/2011/layout/InterconnectedBlockProcess"/>
    <dgm:cxn modelId="{2C7DCDAE-B8E3-4C8B-AB57-C306C7BE6F42}" type="presOf" srcId="{BB69796B-3B64-454F-9D2B-E22B06CBCE9B}" destId="{0D08ED52-6744-4369-B780-916B09984775}" srcOrd="1" destOrd="1" presId="urn:microsoft.com/office/officeart/2011/layout/InterconnectedBlockProcess"/>
    <dgm:cxn modelId="{1D660CAF-B8F4-4AAF-98A4-7AACF7CFE013}" type="presOf" srcId="{E302371C-C53F-4690-962F-BE41A0C22DEB}" destId="{8CAE5A4D-0C7B-48A6-917B-0B8433D0574B}" srcOrd="0" destOrd="4" presId="urn:microsoft.com/office/officeart/2011/layout/InterconnectedBlockProcess"/>
    <dgm:cxn modelId="{5760E4B3-8B44-4879-86E1-0EF8268ABA9F}" type="presOf" srcId="{1314B379-1CB6-405D-AFE3-1734E7C93C13}" destId="{928B615F-0F8D-4140-A638-0FBB8F5BF1E9}" srcOrd="1" destOrd="0" presId="urn:microsoft.com/office/officeart/2011/layout/InterconnectedBlockProcess"/>
    <dgm:cxn modelId="{DB3F09B8-F4B7-44FF-8800-7A3DECC4A5FF}" type="presOf" srcId="{9452D462-CE3D-4CFB-A610-BF40441D3A0B}" destId="{98225A61-A0EC-450A-BED8-EF2E47E8FD18}" srcOrd="1" destOrd="0" presId="urn:microsoft.com/office/officeart/2011/layout/InterconnectedBlockProcess"/>
    <dgm:cxn modelId="{EDF12BB8-DEEE-4B3F-A86A-1D5E12B57230}" srcId="{A59EC69B-8F3F-425B-819F-E8C557946AEE}" destId="{963B6549-B67C-4BD4-9D52-8C05AED0DEF1}" srcOrd="2" destOrd="0" parTransId="{DDE529D2-69D4-402E-BF48-59DADCBCAB06}" sibTransId="{8A6DF34F-A232-42E1-B4D2-9FB3F8A85558}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5C7321BC-C30C-4F0D-ABD1-6D0BDEBEC8C0}" type="presOf" srcId="{9452D462-CE3D-4CFB-A610-BF40441D3A0B}" destId="{FC0F1314-3294-4A8C-8DCE-EB53E236164C}" srcOrd="0" destOrd="0" presId="urn:microsoft.com/office/officeart/2011/layout/InterconnectedBlockProcess"/>
    <dgm:cxn modelId="{516B36C1-01C0-41C9-9305-51FC79AC4347}" type="presOf" srcId="{963B6549-B67C-4BD4-9D52-8C05AED0DEF1}" destId="{0D08ED52-6744-4369-B780-916B09984775}" srcOrd="1" destOrd="2" presId="urn:microsoft.com/office/officeart/2011/layout/InterconnectedBlockProcess"/>
    <dgm:cxn modelId="{827D35C4-5287-46DD-A763-4BF44580FEC6}" type="presOf" srcId="{3D696DBD-FE88-4FA3-9546-FF021CEFED78}" destId="{FC0F1314-3294-4A8C-8DCE-EB53E236164C}" srcOrd="0" destOrd="3" presId="urn:microsoft.com/office/officeart/2011/layout/InterconnectedBlockProcess"/>
    <dgm:cxn modelId="{8A5B57C6-4217-47A0-BC51-0A044EF15AE7}" type="presOf" srcId="{49629957-38B9-4371-8A3D-E612A06D7B52}" destId="{0D08ED52-6744-4369-B780-916B09984775}" srcOrd="1" destOrd="3" presId="urn:microsoft.com/office/officeart/2011/layout/InterconnectedBlockProcess"/>
    <dgm:cxn modelId="{060828C8-40AB-4D69-A660-C0A084980279}" srcId="{988D96B0-D16E-4763-B393-84178CF4FF50}" destId="{6925D430-A01D-415B-9BF8-992C29CCF13E}" srcOrd="2" destOrd="0" parTransId="{A95EE22F-8808-41B2-A61F-1E0DD2BB8B05}" sibTransId="{DD6C07FC-3E74-44F0-BB93-A35D3C8AEAFB}"/>
    <dgm:cxn modelId="{D69DFCCB-3D97-40E5-90C2-70B2214A1EA9}" type="presOf" srcId="{DC22AA24-293B-4B13-B029-F70DFECF9E77}" destId="{98225A61-A0EC-450A-BED8-EF2E47E8FD18}" srcOrd="1" destOrd="1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59AA7CE0-8ED8-420C-A351-2429E805B60C}" type="presOf" srcId="{23718078-18DD-401F-93F9-E070FBDFECE5}" destId="{6BCCFBA6-7A43-4631-AD7F-AFB10E1E6CD7}" srcOrd="1" destOrd="1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4354D4EB-E6EF-4567-8E4C-AEA702AFCD33}" type="presOf" srcId="{774E2FC8-AEA9-4C28-AD98-A7DD5A4CD959}" destId="{8CAE5A4D-0C7B-48A6-917B-0B8433D0574B}" srcOrd="0" destOrd="1" presId="urn:microsoft.com/office/officeart/2011/layout/InterconnectedBlockProcess"/>
    <dgm:cxn modelId="{15A90DED-FF92-418C-8355-DC2B112811E7}" type="presOf" srcId="{1314B379-1CB6-405D-AFE3-1734E7C93C13}" destId="{8CAE5A4D-0C7B-48A6-917B-0B8433D0574B}" srcOrd="0" destOrd="0" presId="urn:microsoft.com/office/officeart/2011/layout/InterconnectedBlockProcess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E52D73F3-BCE9-4E62-919E-488EC1E7472E}" srcId="{7B3055AA-BF7C-46D0-9A9E-60087B9F57B4}" destId="{23718078-18DD-401F-93F9-E070FBDFECE5}" srcOrd="1" destOrd="0" parTransId="{2D41D316-1674-4861-B962-47052500207B}" sibTransId="{72551748-8860-4B05-9C5B-3A7D1D603ABA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D485CF7-8BAF-4375-8D28-9F130BCF3F1D}" type="presOf" srcId="{3D696DBD-FE88-4FA3-9546-FF021CEFED78}" destId="{98225A61-A0EC-450A-BED8-EF2E47E8FD18}" srcOrd="1" destOrd="3" presId="urn:microsoft.com/office/officeart/2011/layout/InterconnectedBlockProcess"/>
    <dgm:cxn modelId="{BF1E34FD-DC26-43D2-B0AD-2FE096478636}" srcId="{65C051F6-A849-4495-A964-CD4C650B9C06}" destId="{DECFA18B-20F3-46AA-B4EC-98ED7999FC42}" srcOrd="3" destOrd="0" parTransId="{40E85361-054A-4B11-977D-4C9014230539}" sibTransId="{114F2902-9FB3-48C9-82AC-AD885D0D4B8A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210627" y="783945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imes New Roman" pitchFamily="18" charset="0"/>
              <a:cs typeface="Times New Roman" pitchFamily="18" charset="0"/>
            </a:rPr>
            <a:t>Complete system deployment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imes New Roman" pitchFamily="18" charset="0"/>
              <a:cs typeface="Times New Roman" pitchFamily="18" charset="0"/>
            </a:rPr>
            <a:t>Final testing and validation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itchFamily="18" charset="0"/>
              <a:cs typeface="Times New Roman" pitchFamily="18" charset="0"/>
            </a:rPr>
            <a:t>Project demonstration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imes New Roman" pitchFamily="18" charset="0"/>
              <a:cs typeface="Times New Roman" pitchFamily="18" charset="0"/>
            </a:rPr>
            <a:t>Final report submission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itchFamily="18" charset="0"/>
              <a:cs typeface="Times New Roman" pitchFamily="18" charset="0"/>
            </a:rPr>
            <a:t>Internship completion</a:t>
          </a:r>
        </a:p>
      </dsp:txBody>
      <dsp:txXfrm>
        <a:off x="7372893" y="783945"/>
        <a:ext cx="1116055" cy="3246556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Integrating frontend with backend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Implementing live camera recognition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Testing face detection and attendance marking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Improving accuracy and performance</a:t>
          </a:r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itchFamily="18" charset="0"/>
              <a:cs typeface="Times New Roman" pitchFamily="18" charset="0"/>
            </a:rPr>
            <a:t>Designing system architecture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imes New Roman" pitchFamily="18" charset="0"/>
              <a:cs typeface="Times New Roman" pitchFamily="18" charset="0"/>
            </a:rPr>
            <a:t>Developing backend using Flask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imes New Roman" pitchFamily="18" charset="0"/>
              <a:cs typeface="Times New Roman" pitchFamily="18" charset="0"/>
            </a:rPr>
            <a:t>Creating frontend using React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Times New Roman" pitchFamily="18" charset="0"/>
              <a:cs typeface="Times New Roman" pitchFamily="18" charset="0"/>
            </a:rPr>
            <a:t>Dataset collection and face encoding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>
              <a:latin typeface="Times New Roman" pitchFamily="18" charset="0"/>
              <a:cs typeface="Times New Roman" pitchFamily="18" charset="0"/>
            </a:rPr>
            <a:t>GitHub</a:t>
          </a:r>
          <a:r>
            <a:rPr lang="en-US" sz="1200" kern="1200" dirty="0">
              <a:latin typeface="Times New Roman" pitchFamily="18" charset="0"/>
              <a:cs typeface="Times New Roman" pitchFamily="18" charset="0"/>
            </a:rPr>
            <a:t> repository setup</a:t>
          </a: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Learning basics of Face Recognition and AI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Understanding project requirements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Learning basics of Face Recognition and AI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Times New Roman" pitchFamily="18" charset="0"/>
              <a:cs typeface="Times New Roman" pitchFamily="18" charset="0"/>
            </a:rPr>
            <a:t>Studying Python, OpenCV, and Machine Learning concepts</a:t>
          </a:r>
        </a:p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itchFamily="18" charset="0"/>
              <a:cs typeface="Times New Roman" pitchFamily="18" charset="0"/>
            </a:rPr>
            <a:t>Literature survey and problem identification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pPr/>
              <a:t>25/04/2026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pPr/>
              <a:t>25-04-2026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H.SENTHIL KUMAR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CSE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Dr.Asif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Mohammed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Balakrishnan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, Dr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Shakthi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Review-2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AI-Based Face Recognition Attendance Management System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301149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NIKHITHA 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20221CSE0696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92500" lnSpcReduction="20000"/>
          </a:bodyPr>
          <a:lstStyle/>
          <a:p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Rail Wheel Factory (RWF) i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s a Government of India organization under the Ministry of Railways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Located in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Yelahanka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Bengaluru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Focuses on modernization and digitalization of internal system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Uses software and IT solutions to improve data management and efficiency</a:t>
            </a:r>
          </a:p>
          <a:p>
            <a:pPr marL="0" indent="0">
              <a:buNone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Products &amp; Services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Provides manufacturing and maintenance support to Indian Railways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Offers technical and engineering services for railway infrastructure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Uses digital systems for data management and internal operations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Supports automation and software-based solutions inside the organization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855036" cy="488392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Domain: Artificial Intelligence &amp; Computer Vision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	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The project is based 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Artificial Intelligence (AI)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Computer Vision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technologies.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It uses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Face Recognition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automatically identify employees/students.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captures live video and detects human faces in real time.</a:t>
            </a:r>
          </a:p>
          <a:p>
            <a:pPr lvl="1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Technologies Used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Frontend: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React.js, JavaScript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Backend: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Python, Flask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Database: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SQLite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AI Libraries: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InsightFace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ONNX Runtime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Tools: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VS Code</a:t>
            </a:r>
          </a:p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I worked under the guidance of my </a:t>
            </a:r>
            <a:r>
              <a:rPr lang="en-US" b="1" dirty="0"/>
              <a:t>Team Lead: </a:t>
            </a:r>
            <a:r>
              <a:rPr lang="en-US" b="1" i="1" dirty="0"/>
              <a:t>Mr. Buddha </a:t>
            </a:r>
            <a:r>
              <a:rPr lang="en-US" b="1" i="1" dirty="0" err="1"/>
              <a:t>AppaRao</a:t>
            </a:r>
            <a:r>
              <a:rPr lang="en-US" dirty="0"/>
              <a:t> at </a:t>
            </a:r>
            <a:r>
              <a:rPr lang="en-US" b="1" dirty="0"/>
              <a:t>Rail Wheel Factory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My team consisted of software engineers, supervisors, and interns.</a:t>
            </a:r>
          </a:p>
          <a:p>
            <a:pPr algn="just"/>
            <a:r>
              <a:rPr lang="en-US" dirty="0"/>
              <a:t>I was involved in developing the </a:t>
            </a:r>
            <a:r>
              <a:rPr lang="en-US" b="1" dirty="0"/>
              <a:t>AI Face Recognition Attendance System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My responsibilities included frontend, backend, and AI model integration.</a:t>
            </a:r>
          </a:p>
          <a:p>
            <a:pPr algn="just"/>
            <a:r>
              <a:rPr lang="en-US" dirty="0"/>
              <a:t>I received regular guidance, reviews, and technical support from my team lead.</a:t>
            </a:r>
          </a:p>
          <a:p>
            <a:pPr algn="just"/>
            <a:r>
              <a:rPr lang="en-US" dirty="0"/>
              <a:t>Periodic discussions helped in improving my technical and professional skills.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Difficulty in learning AI and face recognition technology.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Issues in installing libraries and environment setup.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Camera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related errors.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Improving system accuracy and performance.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Managing time between learning new technologies and project development.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Debugging errors and resolving runtime issues during implementation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develop an AI-based Face Recognition Attendance System for automatic attendance marking.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reduce manual effort and errors in traditional attendance systems.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implement real-time face detection and recognition using Machine Learning.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store and manage attendance records securely using a database.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provide an easy-to-use web interface using React and Flask.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improve efficiency and accuracy in attendance management at Rail Wheel Factory.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Traditional systems used manual, RFID, and biometric methods.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Face recognition using AI improves accuracy and automation.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Deep Learning are commonly used.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Web-based systems help in easy data management.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proposed system is an AI-based Face Recognition Attendance System developed using Python, Flask, and React.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It captures live video from the camera and detects faces using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InsightFace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compares captured faces with trained datasets to identify registered users.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Attendance is automatically recorded in the database with date and time.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 web-based dashboard is provided for managing users, viewing attendance, and reports.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reduces manual work and improves accuracy and efficiency.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Manual attendance is time-consuming.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Chances of proxy and fake attendance.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Difficult to maintain records.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Requires more manpower.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Need for automated AI-based system.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84367"/>
            <a:ext cx="10762673" cy="4948578"/>
          </a:xfrm>
        </p:spPr>
        <p:txBody>
          <a:bodyPr>
            <a:normAutofit fontScale="62500" lnSpcReduction="20000"/>
          </a:bodyPr>
          <a:lstStyle/>
          <a:p>
            <a:r>
              <a:rPr lang="en-US" sz="38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Computer / Laptop with minimum i3 processor or above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Minimum 8 GB RAM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Webcam / Integrated Camera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Internet Connection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 lvl="1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Operating System: Windows 10 / 11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Programming Language: Python 3.x, JavaScript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Backend Framework: Flask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Frontend Framework: React.js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Database: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 / CSV / Local Storage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Libraries: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InsightFace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, ONNX Runtime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Tools Used</a:t>
            </a:r>
          </a:p>
          <a:p>
            <a:pPr lvl="1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VS Code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GitHub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Postman (for API testing)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Browser (Chrome/Edge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Automatic attendance marking using face recognition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Reduces manual work and human errors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Saves time and improves efficiency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Prevents proxy / fake attendance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Provides accurate and real-time attendance records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Easy to use and user-friendly interface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Secure system with authorized access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Data can be stored and managed digitally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Can be integrated with existing systems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Suitable for schools, colleges, and industries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https://github.com/nikhitha-ld/Internship_review</a:t>
            </a: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15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7089</TotalTime>
  <Words>930</Words>
  <Application>Microsoft Office PowerPoint</Application>
  <PresentationFormat>Widescreen</PresentationFormat>
  <Paragraphs>171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Calibri Light</vt:lpstr>
      <vt:lpstr>Cambria</vt:lpstr>
      <vt:lpstr>Tahoma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Internship Road Map</vt:lpstr>
      <vt:lpstr>Github Link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pasam ramesh</cp:lastModifiedBy>
  <cp:revision>720</cp:revision>
  <dcterms:created xsi:type="dcterms:W3CDTF">2022-10-14T07:18:17Z</dcterms:created>
  <dcterms:modified xsi:type="dcterms:W3CDTF">2026-04-25T08:05:48Z</dcterms:modified>
</cp:coreProperties>
</file>