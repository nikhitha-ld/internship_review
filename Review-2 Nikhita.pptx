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259" r:id="rId2"/>
    <p:sldId id="270" r:id="rId3"/>
    <p:sldId id="261" r:id="rId4"/>
    <p:sldId id="262" r:id="rId5"/>
    <p:sldId id="263" r:id="rId6"/>
    <p:sldId id="264" r:id="rId7"/>
    <p:sldId id="265" r:id="rId8"/>
    <p:sldId id="271" r:id="rId9"/>
    <p:sldId id="272" r:id="rId10"/>
    <p:sldId id="273" r:id="rId11"/>
    <p:sldId id="274" r:id="rId12"/>
    <p:sldId id="275" r:id="rId13"/>
    <p:sldId id="266" r:id="rId14"/>
    <p:sldId id="267" r:id="rId15"/>
    <p:sldId id="268" r:id="rId16"/>
    <p:sldId id="269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82BE31D-A805-4374-A802-C65F02E28BCD}" v="23" dt="2024-12-11T08:31:31.56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574" autoAdjust="0"/>
    <p:restoredTop sz="94660"/>
  </p:normalViewPr>
  <p:slideViewPr>
    <p:cSldViewPr snapToGrid="0">
      <p:cViewPr varScale="1">
        <p:scale>
          <a:sx n="66" d="100"/>
          <a:sy n="66" d="100"/>
        </p:scale>
        <p:origin x="760" y="4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#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751524B-FB67-4894-A0C5-35151E149D68}" type="doc">
      <dgm:prSet loTypeId="urn:microsoft.com/office/officeart/2011/layout/InterconnectedBlockProcess" loCatId="process" qsTypeId="urn:microsoft.com/office/officeart/2005/8/quickstyle/simple1" qsCatId="simple" csTypeId="urn:microsoft.com/office/officeart/2005/8/colors/colorful1#1" csCatId="colorful" phldr="1"/>
      <dgm:spPr/>
      <dgm:t>
        <a:bodyPr/>
        <a:lstStyle/>
        <a:p>
          <a:endParaRPr lang="en-US"/>
        </a:p>
      </dgm:t>
    </dgm:pt>
    <dgm:pt modelId="{988D96B0-D16E-4763-B393-84178CF4FF50}">
      <dgm:prSet phldrT="[Text]"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Review 1</a:t>
          </a:r>
        </a:p>
      </dgm:t>
    </dgm:pt>
    <dgm:pt modelId="{080A6B9D-C27D-4227-AC65-3C97878D78C4}" type="parTrans" cxnId="{8CB593F6-6C5D-4606-B959-3E27F9872EC1}">
      <dgm:prSet/>
      <dgm:spPr/>
      <dgm:t>
        <a:bodyPr/>
        <a:lstStyle/>
        <a:p>
          <a:endParaRPr lang="en-US"/>
        </a:p>
      </dgm:t>
    </dgm:pt>
    <dgm:pt modelId="{19B27CEC-4BAD-44A7-A9A7-B7A8B23ADCFD}" type="sibTrans" cxnId="{8CB593F6-6C5D-4606-B959-3E27F9872EC1}">
      <dgm:prSet/>
      <dgm:spPr/>
      <dgm:t>
        <a:bodyPr/>
        <a:lstStyle/>
        <a:p>
          <a:endParaRPr lang="en-US"/>
        </a:p>
      </dgm:t>
    </dgm:pt>
    <dgm:pt modelId="{D471E45F-B026-44AA-9616-57E786AE80AF}">
      <dgm:prSet phldrT="[Text]" custT="1"/>
      <dgm:spPr/>
      <dgm:t>
        <a:bodyPr/>
        <a:lstStyle/>
        <a:p>
          <a:r>
            <a:rPr lang="en-US" sz="1100" dirty="0">
              <a:latin typeface="Times New Roman" pitchFamily="18" charset="0"/>
              <a:cs typeface="Times New Roman" pitchFamily="18" charset="0"/>
            </a:rPr>
            <a:t>Understanding project requirements</a:t>
          </a:r>
        </a:p>
      </dgm:t>
    </dgm:pt>
    <dgm:pt modelId="{326A986D-69A4-4AC0-AD9B-462FFC9C3F18}" type="parTrans" cxnId="{AEE28BEF-3F73-41A5-9307-D42A450FCA17}">
      <dgm:prSet/>
      <dgm:spPr/>
      <dgm:t>
        <a:bodyPr/>
        <a:lstStyle/>
        <a:p>
          <a:endParaRPr lang="en-US"/>
        </a:p>
      </dgm:t>
    </dgm:pt>
    <dgm:pt modelId="{304E70AD-39C7-4C28-BF7B-6EE91BAE97B7}" type="sibTrans" cxnId="{AEE28BEF-3F73-41A5-9307-D42A450FCA17}">
      <dgm:prSet/>
      <dgm:spPr/>
      <dgm:t>
        <a:bodyPr/>
        <a:lstStyle/>
        <a:p>
          <a:endParaRPr lang="en-US"/>
        </a:p>
      </dgm:t>
    </dgm:pt>
    <dgm:pt modelId="{7B3055AA-BF7C-46D0-9A9E-60087B9F57B4}">
      <dgm:prSet phldrT="[Text]"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Review 2</a:t>
          </a:r>
        </a:p>
      </dgm:t>
    </dgm:pt>
    <dgm:pt modelId="{F772EF41-D2BB-4368-8327-B4E332165F48}" type="parTrans" cxnId="{6C7D4BBB-EED6-4011-9FBC-87F683D5B245}">
      <dgm:prSet/>
      <dgm:spPr/>
      <dgm:t>
        <a:bodyPr/>
        <a:lstStyle/>
        <a:p>
          <a:endParaRPr lang="en-US"/>
        </a:p>
      </dgm:t>
    </dgm:pt>
    <dgm:pt modelId="{B81593E2-4CAC-4783-8D2D-E9DDD236A942}" type="sibTrans" cxnId="{6C7D4BBB-EED6-4011-9FBC-87F683D5B245}">
      <dgm:prSet/>
      <dgm:spPr/>
      <dgm:t>
        <a:bodyPr/>
        <a:lstStyle/>
        <a:p>
          <a:endParaRPr lang="en-US"/>
        </a:p>
      </dgm:t>
    </dgm:pt>
    <dgm:pt modelId="{9FED87C4-3F3B-4A18-9185-9F80CFEDEA2E}">
      <dgm:prSet phldrT="[Text]"/>
      <dgm:spPr/>
      <dgm:t>
        <a:bodyPr/>
        <a:lstStyle/>
        <a:p>
          <a:r>
            <a:rPr lang="en-US" dirty="0">
              <a:latin typeface="Times New Roman" pitchFamily="18" charset="0"/>
              <a:cs typeface="Times New Roman" pitchFamily="18" charset="0"/>
            </a:rPr>
            <a:t>Understanding project requirements</a:t>
          </a:r>
        </a:p>
      </dgm:t>
    </dgm:pt>
    <dgm:pt modelId="{669F5586-1E47-4A85-AA72-0E435BABD665}" type="parTrans" cxnId="{27611794-B6EF-4593-A560-02BF7692DC5A}">
      <dgm:prSet/>
      <dgm:spPr/>
      <dgm:t>
        <a:bodyPr/>
        <a:lstStyle/>
        <a:p>
          <a:endParaRPr lang="en-US"/>
        </a:p>
      </dgm:t>
    </dgm:pt>
    <dgm:pt modelId="{AD0D1882-5210-4A49-9875-4AAC43595580}" type="sibTrans" cxnId="{27611794-B6EF-4593-A560-02BF7692DC5A}">
      <dgm:prSet/>
      <dgm:spPr/>
      <dgm:t>
        <a:bodyPr/>
        <a:lstStyle/>
        <a:p>
          <a:endParaRPr lang="en-US"/>
        </a:p>
      </dgm:t>
    </dgm:pt>
    <dgm:pt modelId="{A59EC69B-8F3F-425B-819F-E8C557946AEE}">
      <dgm:prSet phldrT="[Text]"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Review 3</a:t>
          </a:r>
        </a:p>
      </dgm:t>
    </dgm:pt>
    <dgm:pt modelId="{0095C3CB-916F-4060-A8DA-DD282FB51587}" type="parTrans" cxnId="{D1BA1DD0-A52A-47BF-962D-9810C87E1576}">
      <dgm:prSet/>
      <dgm:spPr/>
      <dgm:t>
        <a:bodyPr/>
        <a:lstStyle/>
        <a:p>
          <a:endParaRPr lang="en-US"/>
        </a:p>
      </dgm:t>
    </dgm:pt>
    <dgm:pt modelId="{2868AD8D-4E38-46CE-A972-709857BF40AC}" type="sibTrans" cxnId="{D1BA1DD0-A52A-47BF-962D-9810C87E1576}">
      <dgm:prSet/>
      <dgm:spPr/>
      <dgm:t>
        <a:bodyPr/>
        <a:lstStyle/>
        <a:p>
          <a:endParaRPr lang="en-US"/>
        </a:p>
      </dgm:t>
    </dgm:pt>
    <dgm:pt modelId="{73DB572E-062D-41AD-8033-D361B8E583DB}">
      <dgm:prSet phldrT="[Text]" custT="1"/>
      <dgm:spPr/>
      <dgm:t>
        <a:bodyPr/>
        <a:lstStyle/>
        <a:p>
          <a:r>
            <a:rPr lang="en-US" sz="1200" dirty="0">
              <a:latin typeface="Times New Roman" pitchFamily="18" charset="0"/>
              <a:cs typeface="Times New Roman" pitchFamily="18" charset="0"/>
            </a:rPr>
            <a:t>Designing system architecture</a:t>
          </a:r>
        </a:p>
      </dgm:t>
    </dgm:pt>
    <dgm:pt modelId="{75D01B62-D132-48B8-9D06-D0A551A21107}" type="parTrans" cxnId="{AA17007A-110D-43AE-B6F2-DF2DF885F2E2}">
      <dgm:prSet/>
      <dgm:spPr/>
      <dgm:t>
        <a:bodyPr/>
        <a:lstStyle/>
        <a:p>
          <a:endParaRPr lang="en-US"/>
        </a:p>
      </dgm:t>
    </dgm:pt>
    <dgm:pt modelId="{98BDB650-3386-4D3D-8E80-609010499291}" type="sibTrans" cxnId="{AA17007A-110D-43AE-B6F2-DF2DF885F2E2}">
      <dgm:prSet/>
      <dgm:spPr/>
      <dgm:t>
        <a:bodyPr/>
        <a:lstStyle/>
        <a:p>
          <a:endParaRPr lang="en-US"/>
        </a:p>
      </dgm:t>
    </dgm:pt>
    <dgm:pt modelId="{5E92505A-51E0-4F78-B3C5-704ACF8710DE}">
      <dgm:prSet phldrT="[Text]"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Review 4</a:t>
          </a:r>
        </a:p>
      </dgm:t>
    </dgm:pt>
    <dgm:pt modelId="{765B1266-7CE2-4F9C-AE38-D97DFBC1B151}" type="parTrans" cxnId="{DA8CD5E8-B2EE-41E4-8EC6-CFB41D688F68}">
      <dgm:prSet/>
      <dgm:spPr/>
      <dgm:t>
        <a:bodyPr/>
        <a:lstStyle/>
        <a:p>
          <a:endParaRPr lang="en-US"/>
        </a:p>
      </dgm:t>
    </dgm:pt>
    <dgm:pt modelId="{5E9E6A6F-635A-4791-A107-01E95B62EA08}" type="sibTrans" cxnId="{DA8CD5E8-B2EE-41E4-8EC6-CFB41D688F68}">
      <dgm:prSet/>
      <dgm:spPr/>
      <dgm:t>
        <a:bodyPr/>
        <a:lstStyle/>
        <a:p>
          <a:endParaRPr lang="en-US"/>
        </a:p>
      </dgm:t>
    </dgm:pt>
    <dgm:pt modelId="{65C051F6-A849-4495-A964-CD4C650B9C06}">
      <dgm:prSet phldrT="[Text]"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Final Review</a:t>
          </a:r>
        </a:p>
      </dgm:t>
    </dgm:pt>
    <dgm:pt modelId="{C24738E5-1547-4D8D-A2CE-64D703ECDF78}" type="parTrans" cxnId="{521FD508-C5FD-4804-AFDC-D1FF9945B211}">
      <dgm:prSet/>
      <dgm:spPr/>
      <dgm:t>
        <a:bodyPr/>
        <a:lstStyle/>
        <a:p>
          <a:endParaRPr lang="en-US"/>
        </a:p>
      </dgm:t>
    </dgm:pt>
    <dgm:pt modelId="{196A2EB9-DD96-4630-B699-7AF000340374}" type="sibTrans" cxnId="{521FD508-C5FD-4804-AFDC-D1FF9945B211}">
      <dgm:prSet/>
      <dgm:spPr/>
      <dgm:t>
        <a:bodyPr/>
        <a:lstStyle/>
        <a:p>
          <a:endParaRPr lang="en-US"/>
        </a:p>
      </dgm:t>
    </dgm:pt>
    <dgm:pt modelId="{DDFEE529-7D30-4B1B-A9A9-188E61905EBD}">
      <dgm:prSet custT="1"/>
      <dgm:spPr/>
      <dgm:t>
        <a:bodyPr/>
        <a:lstStyle/>
        <a:p>
          <a:r>
            <a:rPr lang="en-US" sz="1100">
              <a:latin typeface="Times New Roman" pitchFamily="18" charset="0"/>
              <a:cs typeface="Times New Roman" pitchFamily="18" charset="0"/>
            </a:rPr>
            <a:t>Learning basics of Face Recognition and AI</a:t>
          </a:r>
        </a:p>
      </dgm:t>
    </dgm:pt>
    <dgm:pt modelId="{8CEBB46B-D25D-490F-B77B-9DA0476AE203}" type="parTrans" cxnId="{FE526E78-D3AC-4D90-B3D1-C1812C43ECC2}">
      <dgm:prSet/>
      <dgm:spPr/>
      <dgm:t>
        <a:bodyPr/>
        <a:lstStyle/>
        <a:p>
          <a:endParaRPr lang="en-US"/>
        </a:p>
      </dgm:t>
    </dgm:pt>
    <dgm:pt modelId="{D6EB8FF9-4338-4C55-A703-F4C49EDC88B8}" type="sibTrans" cxnId="{FE526E78-D3AC-4D90-B3D1-C1812C43ECC2}">
      <dgm:prSet/>
      <dgm:spPr/>
      <dgm:t>
        <a:bodyPr/>
        <a:lstStyle/>
        <a:p>
          <a:endParaRPr lang="en-US"/>
        </a:p>
      </dgm:t>
    </dgm:pt>
    <dgm:pt modelId="{6925D430-A01D-415B-9BF8-992C29CCF13E}">
      <dgm:prSet custT="1"/>
      <dgm:spPr/>
      <dgm:t>
        <a:bodyPr/>
        <a:lstStyle/>
        <a:p>
          <a:r>
            <a:rPr lang="en-US" sz="1100">
              <a:latin typeface="Times New Roman" pitchFamily="18" charset="0"/>
              <a:cs typeface="Times New Roman" pitchFamily="18" charset="0"/>
            </a:rPr>
            <a:t>Studying Python, OpenCV, and Machine Learning concepts</a:t>
          </a:r>
        </a:p>
      </dgm:t>
    </dgm:pt>
    <dgm:pt modelId="{A95EE22F-8808-41B2-A61F-1E0DD2BB8B05}" type="parTrans" cxnId="{060828C8-40AB-4D69-A660-C0A084980279}">
      <dgm:prSet/>
      <dgm:spPr/>
      <dgm:t>
        <a:bodyPr/>
        <a:lstStyle/>
        <a:p>
          <a:endParaRPr lang="en-US"/>
        </a:p>
      </dgm:t>
    </dgm:pt>
    <dgm:pt modelId="{DD6C07FC-3E74-44F0-BB93-A35D3C8AEAFB}" type="sibTrans" cxnId="{060828C8-40AB-4D69-A660-C0A084980279}">
      <dgm:prSet/>
      <dgm:spPr/>
      <dgm:t>
        <a:bodyPr/>
        <a:lstStyle/>
        <a:p>
          <a:endParaRPr lang="en-US"/>
        </a:p>
      </dgm:t>
    </dgm:pt>
    <dgm:pt modelId="{A3F571C9-2B59-4F29-A991-492F4209BA16}">
      <dgm:prSet custT="1"/>
      <dgm:spPr/>
      <dgm:t>
        <a:bodyPr/>
        <a:lstStyle/>
        <a:p>
          <a:r>
            <a:rPr lang="en-US" sz="1100" dirty="0">
              <a:latin typeface="Times New Roman" pitchFamily="18" charset="0"/>
              <a:cs typeface="Times New Roman" pitchFamily="18" charset="0"/>
            </a:rPr>
            <a:t>Literature survey and problem identification</a:t>
          </a:r>
        </a:p>
      </dgm:t>
    </dgm:pt>
    <dgm:pt modelId="{C3342AFB-92A2-42F5-BE5A-F6CB2D8D8379}" type="parTrans" cxnId="{9F7F851E-9CB8-44E1-B232-C7321ECB12B3}">
      <dgm:prSet/>
      <dgm:spPr/>
      <dgm:t>
        <a:bodyPr/>
        <a:lstStyle/>
        <a:p>
          <a:endParaRPr lang="en-US"/>
        </a:p>
      </dgm:t>
    </dgm:pt>
    <dgm:pt modelId="{22DD5DBB-D3FB-4000-A5F8-BE98749D4C8A}" type="sibTrans" cxnId="{9F7F851E-9CB8-44E1-B232-C7321ECB12B3}">
      <dgm:prSet/>
      <dgm:spPr/>
      <dgm:t>
        <a:bodyPr/>
        <a:lstStyle/>
        <a:p>
          <a:endParaRPr lang="en-US"/>
        </a:p>
      </dgm:t>
    </dgm:pt>
    <dgm:pt modelId="{23718078-18DD-401F-93F9-E070FBDFECE5}">
      <dgm:prSet/>
      <dgm:spPr/>
      <dgm:t>
        <a:bodyPr/>
        <a:lstStyle/>
        <a:p>
          <a:r>
            <a:rPr lang="en-US">
              <a:latin typeface="Times New Roman" pitchFamily="18" charset="0"/>
              <a:cs typeface="Times New Roman" pitchFamily="18" charset="0"/>
            </a:rPr>
            <a:t>Learning basics of Face Recognition and AI</a:t>
          </a:r>
        </a:p>
      </dgm:t>
    </dgm:pt>
    <dgm:pt modelId="{2D41D316-1674-4861-B962-47052500207B}" type="parTrans" cxnId="{E52D73F3-BCE9-4E62-919E-488EC1E7472E}">
      <dgm:prSet/>
      <dgm:spPr/>
      <dgm:t>
        <a:bodyPr/>
        <a:lstStyle/>
        <a:p>
          <a:endParaRPr lang="en-US"/>
        </a:p>
      </dgm:t>
    </dgm:pt>
    <dgm:pt modelId="{72551748-8860-4B05-9C5B-3A7D1D603ABA}" type="sibTrans" cxnId="{E52D73F3-BCE9-4E62-919E-488EC1E7472E}">
      <dgm:prSet/>
      <dgm:spPr/>
      <dgm:t>
        <a:bodyPr/>
        <a:lstStyle/>
        <a:p>
          <a:endParaRPr lang="en-US"/>
        </a:p>
      </dgm:t>
    </dgm:pt>
    <dgm:pt modelId="{592E4B39-DAE8-42EB-AB60-4DD1F55AE6B2}">
      <dgm:prSet/>
      <dgm:spPr/>
      <dgm:t>
        <a:bodyPr/>
        <a:lstStyle/>
        <a:p>
          <a:r>
            <a:rPr lang="en-US">
              <a:latin typeface="Times New Roman" pitchFamily="18" charset="0"/>
              <a:cs typeface="Times New Roman" pitchFamily="18" charset="0"/>
            </a:rPr>
            <a:t>Studying Python, OpenCV, and Machine Learning concepts</a:t>
          </a:r>
        </a:p>
      </dgm:t>
    </dgm:pt>
    <dgm:pt modelId="{7DBBD6F7-3CAA-47C3-A642-C18CC1810868}" type="parTrans" cxnId="{A98B3B12-1906-4CFE-B5D2-44E28ED2FA90}">
      <dgm:prSet/>
      <dgm:spPr/>
      <dgm:t>
        <a:bodyPr/>
        <a:lstStyle/>
        <a:p>
          <a:endParaRPr lang="en-US"/>
        </a:p>
      </dgm:t>
    </dgm:pt>
    <dgm:pt modelId="{9C869E73-F4A9-4758-8A89-130295D871BE}" type="sibTrans" cxnId="{A98B3B12-1906-4CFE-B5D2-44E28ED2FA90}">
      <dgm:prSet/>
      <dgm:spPr/>
      <dgm:t>
        <a:bodyPr/>
        <a:lstStyle/>
        <a:p>
          <a:endParaRPr lang="en-US"/>
        </a:p>
      </dgm:t>
    </dgm:pt>
    <dgm:pt modelId="{BFE4EE50-BF59-4F15-A8B6-0EFAB25B4F74}">
      <dgm:prSet/>
      <dgm:spPr/>
      <dgm:t>
        <a:bodyPr/>
        <a:lstStyle/>
        <a:p>
          <a:r>
            <a:rPr lang="en-US" dirty="0">
              <a:latin typeface="Times New Roman" pitchFamily="18" charset="0"/>
              <a:cs typeface="Times New Roman" pitchFamily="18" charset="0"/>
            </a:rPr>
            <a:t>Literature survey and problem identification</a:t>
          </a:r>
        </a:p>
      </dgm:t>
    </dgm:pt>
    <dgm:pt modelId="{FDCE6FF8-2A3E-4316-ABBB-97B0C96B804A}" type="parTrans" cxnId="{A2B38520-74C0-46E3-A96F-7A185F808E7F}">
      <dgm:prSet/>
      <dgm:spPr/>
      <dgm:t>
        <a:bodyPr/>
        <a:lstStyle/>
        <a:p>
          <a:endParaRPr lang="en-US"/>
        </a:p>
      </dgm:t>
    </dgm:pt>
    <dgm:pt modelId="{A10E829F-2EDD-4A7F-A2A1-03BD89E9B5F0}" type="sibTrans" cxnId="{A2B38520-74C0-46E3-A96F-7A185F808E7F}">
      <dgm:prSet/>
      <dgm:spPr/>
      <dgm:t>
        <a:bodyPr/>
        <a:lstStyle/>
        <a:p>
          <a:endParaRPr lang="en-US"/>
        </a:p>
      </dgm:t>
    </dgm:pt>
    <dgm:pt modelId="{BB69796B-3B64-454F-9D2B-E22B06CBCE9B}">
      <dgm:prSet custT="1"/>
      <dgm:spPr/>
      <dgm:t>
        <a:bodyPr/>
        <a:lstStyle/>
        <a:p>
          <a:r>
            <a:rPr lang="en-US" sz="1200">
              <a:latin typeface="Times New Roman" pitchFamily="18" charset="0"/>
              <a:cs typeface="Times New Roman" pitchFamily="18" charset="0"/>
            </a:rPr>
            <a:t>Developing backend using Flask</a:t>
          </a:r>
        </a:p>
      </dgm:t>
    </dgm:pt>
    <dgm:pt modelId="{B88F5A73-9933-4E2E-9FC1-E937F127E0F6}" type="parTrans" cxnId="{CAE77AAA-85C9-481C-A628-F130D6D2D057}">
      <dgm:prSet/>
      <dgm:spPr/>
      <dgm:t>
        <a:bodyPr/>
        <a:lstStyle/>
        <a:p>
          <a:endParaRPr lang="en-US"/>
        </a:p>
      </dgm:t>
    </dgm:pt>
    <dgm:pt modelId="{D156835E-DAF4-4258-BAD7-DFE451D2E1B4}" type="sibTrans" cxnId="{CAE77AAA-85C9-481C-A628-F130D6D2D057}">
      <dgm:prSet/>
      <dgm:spPr/>
      <dgm:t>
        <a:bodyPr/>
        <a:lstStyle/>
        <a:p>
          <a:endParaRPr lang="en-US"/>
        </a:p>
      </dgm:t>
    </dgm:pt>
    <dgm:pt modelId="{963B6549-B67C-4BD4-9D52-8C05AED0DEF1}">
      <dgm:prSet custT="1"/>
      <dgm:spPr/>
      <dgm:t>
        <a:bodyPr/>
        <a:lstStyle/>
        <a:p>
          <a:r>
            <a:rPr lang="en-US" sz="1200">
              <a:latin typeface="Times New Roman" pitchFamily="18" charset="0"/>
              <a:cs typeface="Times New Roman" pitchFamily="18" charset="0"/>
            </a:rPr>
            <a:t>Creating frontend using React</a:t>
          </a:r>
        </a:p>
      </dgm:t>
    </dgm:pt>
    <dgm:pt modelId="{DDE529D2-69D4-402E-BF48-59DADCBCAB06}" type="parTrans" cxnId="{EDF12BB8-DEEE-4B3F-A86A-1D5E12B57230}">
      <dgm:prSet/>
      <dgm:spPr/>
      <dgm:t>
        <a:bodyPr/>
        <a:lstStyle/>
        <a:p>
          <a:endParaRPr lang="en-US"/>
        </a:p>
      </dgm:t>
    </dgm:pt>
    <dgm:pt modelId="{8A6DF34F-A232-42E1-B4D2-9FB3F8A85558}" type="sibTrans" cxnId="{EDF12BB8-DEEE-4B3F-A86A-1D5E12B57230}">
      <dgm:prSet/>
      <dgm:spPr/>
      <dgm:t>
        <a:bodyPr/>
        <a:lstStyle/>
        <a:p>
          <a:endParaRPr lang="en-US"/>
        </a:p>
      </dgm:t>
    </dgm:pt>
    <dgm:pt modelId="{49629957-38B9-4371-8A3D-E612A06D7B52}">
      <dgm:prSet custT="1"/>
      <dgm:spPr/>
      <dgm:t>
        <a:bodyPr/>
        <a:lstStyle/>
        <a:p>
          <a:r>
            <a:rPr lang="en-US" sz="1200">
              <a:latin typeface="Times New Roman" pitchFamily="18" charset="0"/>
              <a:cs typeface="Times New Roman" pitchFamily="18" charset="0"/>
            </a:rPr>
            <a:t>Dataset collection and face encoding</a:t>
          </a:r>
        </a:p>
      </dgm:t>
    </dgm:pt>
    <dgm:pt modelId="{EA6ACBE8-272E-4B18-B1AE-8AF8982792F3}" type="parTrans" cxnId="{309D1549-D113-46A4-B8DD-6204555FEF1D}">
      <dgm:prSet/>
      <dgm:spPr/>
      <dgm:t>
        <a:bodyPr/>
        <a:lstStyle/>
        <a:p>
          <a:endParaRPr lang="en-US"/>
        </a:p>
      </dgm:t>
    </dgm:pt>
    <dgm:pt modelId="{D82A7FB7-2BA6-4532-B250-D3CE9C5101B6}" type="sibTrans" cxnId="{309D1549-D113-46A4-B8DD-6204555FEF1D}">
      <dgm:prSet/>
      <dgm:spPr/>
      <dgm:t>
        <a:bodyPr/>
        <a:lstStyle/>
        <a:p>
          <a:endParaRPr lang="en-US"/>
        </a:p>
      </dgm:t>
    </dgm:pt>
    <dgm:pt modelId="{9FF2ACC7-D341-48A8-94E2-1A2EE6F8D521}">
      <dgm:prSet custT="1"/>
      <dgm:spPr/>
      <dgm:t>
        <a:bodyPr/>
        <a:lstStyle/>
        <a:p>
          <a:r>
            <a:rPr lang="en-US" sz="1200" dirty="0" err="1">
              <a:latin typeface="Times New Roman" pitchFamily="18" charset="0"/>
              <a:cs typeface="Times New Roman" pitchFamily="18" charset="0"/>
            </a:rPr>
            <a:t>GitHub</a:t>
          </a:r>
          <a:r>
            <a:rPr lang="en-US" sz="1200" dirty="0">
              <a:latin typeface="Times New Roman" pitchFamily="18" charset="0"/>
              <a:cs typeface="Times New Roman" pitchFamily="18" charset="0"/>
            </a:rPr>
            <a:t> repository setup</a:t>
          </a:r>
        </a:p>
      </dgm:t>
    </dgm:pt>
    <dgm:pt modelId="{BA48AB3B-C45C-406E-A281-D229F5D73B4B}" type="parTrans" cxnId="{CA731F88-F711-4E54-A552-0765C5360F03}">
      <dgm:prSet/>
      <dgm:spPr/>
      <dgm:t>
        <a:bodyPr/>
        <a:lstStyle/>
        <a:p>
          <a:endParaRPr lang="en-US"/>
        </a:p>
      </dgm:t>
    </dgm:pt>
    <dgm:pt modelId="{D2221936-7759-43AC-88ED-AFE5DDCCAB5A}" type="sibTrans" cxnId="{CA731F88-F711-4E54-A552-0765C5360F03}">
      <dgm:prSet/>
      <dgm:spPr/>
      <dgm:t>
        <a:bodyPr/>
        <a:lstStyle/>
        <a:p>
          <a:endParaRPr lang="en-US"/>
        </a:p>
      </dgm:t>
    </dgm:pt>
    <dgm:pt modelId="{9452D462-CE3D-4CFB-A610-BF40441D3A0B}">
      <dgm:prSet custT="1"/>
      <dgm:spPr/>
      <dgm:t>
        <a:bodyPr/>
        <a:lstStyle/>
        <a:p>
          <a:r>
            <a:rPr lang="en-US" sz="1200"/>
            <a:t>Integrating frontend with backend</a:t>
          </a:r>
        </a:p>
      </dgm:t>
    </dgm:pt>
    <dgm:pt modelId="{C05FA1F4-8745-4C39-A45E-ACB31392CEBA}" type="parTrans" cxnId="{9E3CCE42-6EDE-4EB1-8F38-3B9E2F159A47}">
      <dgm:prSet/>
      <dgm:spPr/>
      <dgm:t>
        <a:bodyPr/>
        <a:lstStyle/>
        <a:p>
          <a:endParaRPr lang="en-US"/>
        </a:p>
      </dgm:t>
    </dgm:pt>
    <dgm:pt modelId="{5451717D-E041-4DC7-8B49-D3C6DA017C7F}" type="sibTrans" cxnId="{9E3CCE42-6EDE-4EB1-8F38-3B9E2F159A47}">
      <dgm:prSet/>
      <dgm:spPr/>
      <dgm:t>
        <a:bodyPr/>
        <a:lstStyle/>
        <a:p>
          <a:endParaRPr lang="en-US"/>
        </a:p>
      </dgm:t>
    </dgm:pt>
    <dgm:pt modelId="{DC22AA24-293B-4B13-B029-F70DFECF9E77}">
      <dgm:prSet custT="1"/>
      <dgm:spPr/>
      <dgm:t>
        <a:bodyPr/>
        <a:lstStyle/>
        <a:p>
          <a:r>
            <a:rPr lang="en-US" sz="1200"/>
            <a:t>Implementing live camera recognition</a:t>
          </a:r>
        </a:p>
      </dgm:t>
    </dgm:pt>
    <dgm:pt modelId="{D3344CF7-DDAC-4172-B7F9-7BE0F22F7E70}" type="parTrans" cxnId="{76BD990F-BED9-4680-9920-D800E96D0230}">
      <dgm:prSet/>
      <dgm:spPr/>
      <dgm:t>
        <a:bodyPr/>
        <a:lstStyle/>
        <a:p>
          <a:endParaRPr lang="en-US"/>
        </a:p>
      </dgm:t>
    </dgm:pt>
    <dgm:pt modelId="{2774D892-AF6F-4499-B9F9-D5C140C56103}" type="sibTrans" cxnId="{76BD990F-BED9-4680-9920-D800E96D0230}">
      <dgm:prSet/>
      <dgm:spPr/>
      <dgm:t>
        <a:bodyPr/>
        <a:lstStyle/>
        <a:p>
          <a:endParaRPr lang="en-US"/>
        </a:p>
      </dgm:t>
    </dgm:pt>
    <dgm:pt modelId="{E6EA7D03-FCEC-4FA5-804B-189269262162}">
      <dgm:prSet custT="1"/>
      <dgm:spPr/>
      <dgm:t>
        <a:bodyPr/>
        <a:lstStyle/>
        <a:p>
          <a:r>
            <a:rPr lang="en-US" sz="1200" dirty="0"/>
            <a:t>Testing face detection and attendance marking</a:t>
          </a:r>
        </a:p>
      </dgm:t>
    </dgm:pt>
    <dgm:pt modelId="{6C86CA10-CA4C-4F0F-9FBB-624C4824E31D}" type="parTrans" cxnId="{740A0673-5F8C-405C-8C3F-63471406FD8A}">
      <dgm:prSet/>
      <dgm:spPr/>
      <dgm:t>
        <a:bodyPr/>
        <a:lstStyle/>
        <a:p>
          <a:endParaRPr lang="en-US"/>
        </a:p>
      </dgm:t>
    </dgm:pt>
    <dgm:pt modelId="{29577211-60C5-4F06-805A-EF2A4B651042}" type="sibTrans" cxnId="{740A0673-5F8C-405C-8C3F-63471406FD8A}">
      <dgm:prSet/>
      <dgm:spPr/>
      <dgm:t>
        <a:bodyPr/>
        <a:lstStyle/>
        <a:p>
          <a:endParaRPr lang="en-US"/>
        </a:p>
      </dgm:t>
    </dgm:pt>
    <dgm:pt modelId="{3D696DBD-FE88-4FA3-9546-FF021CEFED78}">
      <dgm:prSet custT="1"/>
      <dgm:spPr/>
      <dgm:t>
        <a:bodyPr/>
        <a:lstStyle/>
        <a:p>
          <a:r>
            <a:rPr lang="en-US" sz="1200" dirty="0"/>
            <a:t>Improving accuracy and performance</a:t>
          </a:r>
        </a:p>
      </dgm:t>
    </dgm:pt>
    <dgm:pt modelId="{81099F24-CD67-4C8B-B405-70D086E67DF9}" type="parTrans" cxnId="{BB0F0018-D08B-4C23-9A2A-D38B0F6BE750}">
      <dgm:prSet/>
      <dgm:spPr/>
      <dgm:t>
        <a:bodyPr/>
        <a:lstStyle/>
        <a:p>
          <a:endParaRPr lang="en-US"/>
        </a:p>
      </dgm:t>
    </dgm:pt>
    <dgm:pt modelId="{BCD91924-6A68-4BCD-A94B-83CECA026620}" type="sibTrans" cxnId="{BB0F0018-D08B-4C23-9A2A-D38B0F6BE750}">
      <dgm:prSet/>
      <dgm:spPr/>
      <dgm:t>
        <a:bodyPr/>
        <a:lstStyle/>
        <a:p>
          <a:endParaRPr lang="en-US"/>
        </a:p>
      </dgm:t>
    </dgm:pt>
    <dgm:pt modelId="{1314B379-1CB6-405D-AFE3-1734E7C93C13}">
      <dgm:prSet custT="1"/>
      <dgm:spPr/>
      <dgm:t>
        <a:bodyPr/>
        <a:lstStyle/>
        <a:p>
          <a:r>
            <a:rPr lang="en-US" sz="1200">
              <a:latin typeface="Times New Roman" pitchFamily="18" charset="0"/>
              <a:cs typeface="Times New Roman" pitchFamily="18" charset="0"/>
            </a:rPr>
            <a:t>Complete system deployment</a:t>
          </a:r>
        </a:p>
      </dgm:t>
    </dgm:pt>
    <dgm:pt modelId="{A89F53EB-DC52-44A1-8B6E-93025F5EB852}" type="parTrans" cxnId="{20B6D472-2D80-4D59-937E-F1571E716EAE}">
      <dgm:prSet/>
      <dgm:spPr/>
    </dgm:pt>
    <dgm:pt modelId="{429ECCB3-1519-4F89-9012-B7A71188FC0A}" type="sibTrans" cxnId="{20B6D472-2D80-4D59-937E-F1571E716EAE}">
      <dgm:prSet/>
      <dgm:spPr/>
    </dgm:pt>
    <dgm:pt modelId="{774E2FC8-AEA9-4C28-AD98-A7DD5A4CD959}">
      <dgm:prSet custT="1"/>
      <dgm:spPr/>
      <dgm:t>
        <a:bodyPr/>
        <a:lstStyle/>
        <a:p>
          <a:r>
            <a:rPr lang="en-US" sz="1200">
              <a:latin typeface="Times New Roman" pitchFamily="18" charset="0"/>
              <a:cs typeface="Times New Roman" pitchFamily="18" charset="0"/>
            </a:rPr>
            <a:t>Final testing and validation</a:t>
          </a:r>
        </a:p>
      </dgm:t>
    </dgm:pt>
    <dgm:pt modelId="{E2666B9D-8470-4236-97BA-531B154B4CD4}" type="parTrans" cxnId="{C6D0E705-CE9F-4D36-AF44-B859619D0670}">
      <dgm:prSet/>
      <dgm:spPr/>
      <dgm:t>
        <a:bodyPr/>
        <a:lstStyle/>
        <a:p>
          <a:endParaRPr lang="en-US"/>
        </a:p>
      </dgm:t>
    </dgm:pt>
    <dgm:pt modelId="{0A828B8C-0884-43F3-A4D6-9B8112B5689D}" type="sibTrans" cxnId="{C6D0E705-CE9F-4D36-AF44-B859619D0670}">
      <dgm:prSet/>
      <dgm:spPr/>
      <dgm:t>
        <a:bodyPr/>
        <a:lstStyle/>
        <a:p>
          <a:endParaRPr lang="en-US"/>
        </a:p>
      </dgm:t>
    </dgm:pt>
    <dgm:pt modelId="{B507E033-9FA1-497B-8A67-E11F10FD0808}">
      <dgm:prSet custT="1"/>
      <dgm:spPr/>
      <dgm:t>
        <a:bodyPr/>
        <a:lstStyle/>
        <a:p>
          <a:r>
            <a:rPr lang="en-US" sz="1200" dirty="0">
              <a:latin typeface="Times New Roman" pitchFamily="18" charset="0"/>
              <a:cs typeface="Times New Roman" pitchFamily="18" charset="0"/>
            </a:rPr>
            <a:t>Project demonstration</a:t>
          </a:r>
        </a:p>
      </dgm:t>
    </dgm:pt>
    <dgm:pt modelId="{9468D6E9-5D92-4C58-84B5-F45FB79E462A}" type="parTrans" cxnId="{3CC57770-9024-4A11-B810-E8D9FA3085BD}">
      <dgm:prSet/>
      <dgm:spPr/>
      <dgm:t>
        <a:bodyPr/>
        <a:lstStyle/>
        <a:p>
          <a:endParaRPr lang="en-US"/>
        </a:p>
      </dgm:t>
    </dgm:pt>
    <dgm:pt modelId="{EFC1BBF1-30C4-4C1B-A504-F2B511EACFB6}" type="sibTrans" cxnId="{3CC57770-9024-4A11-B810-E8D9FA3085BD}">
      <dgm:prSet/>
      <dgm:spPr/>
      <dgm:t>
        <a:bodyPr/>
        <a:lstStyle/>
        <a:p>
          <a:endParaRPr lang="en-US"/>
        </a:p>
      </dgm:t>
    </dgm:pt>
    <dgm:pt modelId="{DECFA18B-20F3-46AA-B4EC-98ED7999FC42}">
      <dgm:prSet custT="1"/>
      <dgm:spPr/>
      <dgm:t>
        <a:bodyPr/>
        <a:lstStyle/>
        <a:p>
          <a:r>
            <a:rPr lang="en-US" sz="1200">
              <a:latin typeface="Times New Roman" pitchFamily="18" charset="0"/>
              <a:cs typeface="Times New Roman" pitchFamily="18" charset="0"/>
            </a:rPr>
            <a:t>Final report submission</a:t>
          </a:r>
        </a:p>
      </dgm:t>
    </dgm:pt>
    <dgm:pt modelId="{40E85361-054A-4B11-977D-4C9014230539}" type="parTrans" cxnId="{BF1E34FD-DC26-43D2-B0AD-2FE096478636}">
      <dgm:prSet/>
      <dgm:spPr/>
      <dgm:t>
        <a:bodyPr/>
        <a:lstStyle/>
        <a:p>
          <a:endParaRPr lang="en-US"/>
        </a:p>
      </dgm:t>
    </dgm:pt>
    <dgm:pt modelId="{114F2902-9FB3-48C9-82AC-AD885D0D4B8A}" type="sibTrans" cxnId="{BF1E34FD-DC26-43D2-B0AD-2FE096478636}">
      <dgm:prSet/>
      <dgm:spPr/>
      <dgm:t>
        <a:bodyPr/>
        <a:lstStyle/>
        <a:p>
          <a:endParaRPr lang="en-US"/>
        </a:p>
      </dgm:t>
    </dgm:pt>
    <dgm:pt modelId="{E302371C-C53F-4690-962F-BE41A0C22DEB}">
      <dgm:prSet custT="1"/>
      <dgm:spPr/>
      <dgm:t>
        <a:bodyPr/>
        <a:lstStyle/>
        <a:p>
          <a:r>
            <a:rPr lang="en-US" sz="1200" dirty="0">
              <a:latin typeface="Times New Roman" pitchFamily="18" charset="0"/>
              <a:cs typeface="Times New Roman" pitchFamily="18" charset="0"/>
            </a:rPr>
            <a:t>Internship completion</a:t>
          </a:r>
        </a:p>
      </dgm:t>
    </dgm:pt>
    <dgm:pt modelId="{1EFFC238-FEB8-4112-9BE2-145E311FFD24}" type="parTrans" cxnId="{7DFF042A-0723-4ADD-BCA6-39DDB7EDA7C3}">
      <dgm:prSet/>
      <dgm:spPr/>
      <dgm:t>
        <a:bodyPr/>
        <a:lstStyle/>
        <a:p>
          <a:endParaRPr lang="en-US"/>
        </a:p>
      </dgm:t>
    </dgm:pt>
    <dgm:pt modelId="{C73C5342-4113-4143-9CF6-C1C29BC073FD}" type="sibTrans" cxnId="{7DFF042A-0723-4ADD-BCA6-39DDB7EDA7C3}">
      <dgm:prSet/>
      <dgm:spPr/>
      <dgm:t>
        <a:bodyPr/>
        <a:lstStyle/>
        <a:p>
          <a:endParaRPr lang="en-US"/>
        </a:p>
      </dgm:t>
    </dgm:pt>
    <dgm:pt modelId="{A6BCDA7B-D633-438F-B44D-CB4D60E5C492}" type="pres">
      <dgm:prSet presAssocID="{5751524B-FB67-4894-A0C5-35151E149D68}" presName="Name0" presStyleCnt="0">
        <dgm:presLayoutVars>
          <dgm:chMax val="7"/>
          <dgm:chPref val="5"/>
          <dgm:dir/>
          <dgm:animOne val="branch"/>
          <dgm:animLvl val="lvl"/>
        </dgm:presLayoutVars>
      </dgm:prSet>
      <dgm:spPr/>
    </dgm:pt>
    <dgm:pt modelId="{0EA92EC0-9C6F-4663-B822-B1E8E3DCB13B}" type="pres">
      <dgm:prSet presAssocID="{65C051F6-A849-4495-A964-CD4C650B9C06}" presName="ChildAccent5" presStyleCnt="0"/>
      <dgm:spPr/>
    </dgm:pt>
    <dgm:pt modelId="{8CAE5A4D-0C7B-48A6-917B-0B8433D0574B}" type="pres">
      <dgm:prSet presAssocID="{65C051F6-A849-4495-A964-CD4C650B9C06}" presName="ChildAccent" presStyleLbl="alignImgPlace1" presStyleIdx="0" presStyleCnt="5" custLinFactNeighborX="2890" custLinFactNeighborY="-853"/>
      <dgm:spPr/>
    </dgm:pt>
    <dgm:pt modelId="{928B615F-0F8D-4140-A638-0FBB8F5BF1E9}" type="pres">
      <dgm:prSet presAssocID="{65C051F6-A849-4495-A964-CD4C650B9C06}" presName="Child5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C73DE52A-2F45-45E6-AD0E-D5BEAF609F8E}" type="pres">
      <dgm:prSet presAssocID="{65C051F6-A849-4495-A964-CD4C650B9C06}" presName="Parent5" presStyleLbl="node1" presStyleIdx="0" presStyleCnt="5">
        <dgm:presLayoutVars>
          <dgm:chMax val="2"/>
          <dgm:chPref val="1"/>
          <dgm:bulletEnabled val="1"/>
        </dgm:presLayoutVars>
      </dgm:prSet>
      <dgm:spPr/>
    </dgm:pt>
    <dgm:pt modelId="{EA3B7F60-AEEC-41A8-8A2C-D3679EFCD073}" type="pres">
      <dgm:prSet presAssocID="{5E92505A-51E0-4F78-B3C5-704ACF8710DE}" presName="ChildAccent4" presStyleCnt="0"/>
      <dgm:spPr/>
    </dgm:pt>
    <dgm:pt modelId="{FC0F1314-3294-4A8C-8DCE-EB53E236164C}" type="pres">
      <dgm:prSet presAssocID="{5E92505A-51E0-4F78-B3C5-704ACF8710DE}" presName="ChildAccent" presStyleLbl="alignImgPlace1" presStyleIdx="1" presStyleCnt="5"/>
      <dgm:spPr/>
    </dgm:pt>
    <dgm:pt modelId="{98225A61-A0EC-450A-BED8-EF2E47E8FD18}" type="pres">
      <dgm:prSet presAssocID="{5E92505A-51E0-4F78-B3C5-704ACF8710DE}" presName="Child4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2AAD338D-3122-4454-9A67-16BE024D44E3}" type="pres">
      <dgm:prSet presAssocID="{5E92505A-51E0-4F78-B3C5-704ACF8710DE}" presName="Parent4" presStyleLbl="node1" presStyleIdx="1" presStyleCnt="5">
        <dgm:presLayoutVars>
          <dgm:chMax val="2"/>
          <dgm:chPref val="1"/>
          <dgm:bulletEnabled val="1"/>
        </dgm:presLayoutVars>
      </dgm:prSet>
      <dgm:spPr/>
    </dgm:pt>
    <dgm:pt modelId="{96AFCF47-32CA-4C44-9E3C-782007B7112E}" type="pres">
      <dgm:prSet presAssocID="{A59EC69B-8F3F-425B-819F-E8C557946AEE}" presName="ChildAccent3" presStyleCnt="0"/>
      <dgm:spPr/>
    </dgm:pt>
    <dgm:pt modelId="{2532504F-5FE1-4C97-B485-F05E8885EACC}" type="pres">
      <dgm:prSet presAssocID="{A59EC69B-8F3F-425B-819F-E8C557946AEE}" presName="ChildAccent" presStyleLbl="alignImgPlace1" presStyleIdx="2" presStyleCnt="5"/>
      <dgm:spPr/>
    </dgm:pt>
    <dgm:pt modelId="{0D08ED52-6744-4369-B780-916B09984775}" type="pres">
      <dgm:prSet presAssocID="{A59EC69B-8F3F-425B-819F-E8C557946AEE}" presName="Child3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4C66D42D-7E6D-4563-AFDC-369C30B73F70}" type="pres">
      <dgm:prSet presAssocID="{A59EC69B-8F3F-425B-819F-E8C557946AEE}" presName="Parent3" presStyleLbl="node1" presStyleIdx="2" presStyleCnt="5">
        <dgm:presLayoutVars>
          <dgm:chMax val="2"/>
          <dgm:chPref val="1"/>
          <dgm:bulletEnabled val="1"/>
        </dgm:presLayoutVars>
      </dgm:prSet>
      <dgm:spPr/>
    </dgm:pt>
    <dgm:pt modelId="{C1269CE6-C767-48CC-AAFD-A238D1FFDABA}" type="pres">
      <dgm:prSet presAssocID="{7B3055AA-BF7C-46D0-9A9E-60087B9F57B4}" presName="ChildAccent2" presStyleCnt="0"/>
      <dgm:spPr/>
    </dgm:pt>
    <dgm:pt modelId="{06F8D57B-EDF4-4CF4-8700-DC2CA3E3028E}" type="pres">
      <dgm:prSet presAssocID="{7B3055AA-BF7C-46D0-9A9E-60087B9F57B4}" presName="ChildAccent" presStyleLbl="alignImgPlace1" presStyleIdx="3" presStyleCnt="5"/>
      <dgm:spPr/>
    </dgm:pt>
    <dgm:pt modelId="{6BCCFBA6-7A43-4631-AD7F-AFB10E1E6CD7}" type="pres">
      <dgm:prSet presAssocID="{7B3055AA-BF7C-46D0-9A9E-60087B9F57B4}" presName="Child2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00BB3360-A9BB-4051-A4B1-1216F82F642C}" type="pres">
      <dgm:prSet presAssocID="{7B3055AA-BF7C-46D0-9A9E-60087B9F57B4}" presName="Parent2" presStyleLbl="node1" presStyleIdx="3" presStyleCnt="5">
        <dgm:presLayoutVars>
          <dgm:chMax val="2"/>
          <dgm:chPref val="1"/>
          <dgm:bulletEnabled val="1"/>
        </dgm:presLayoutVars>
      </dgm:prSet>
      <dgm:spPr/>
    </dgm:pt>
    <dgm:pt modelId="{7305DF14-0FF5-45E4-8B19-015814092DBD}" type="pres">
      <dgm:prSet presAssocID="{988D96B0-D16E-4763-B393-84178CF4FF50}" presName="ChildAccent1" presStyleCnt="0"/>
      <dgm:spPr/>
    </dgm:pt>
    <dgm:pt modelId="{A134CDD1-D85F-44EF-8BEE-9F99A855C1E6}" type="pres">
      <dgm:prSet presAssocID="{988D96B0-D16E-4763-B393-84178CF4FF50}" presName="ChildAccent" presStyleLbl="alignImgPlace1" presStyleIdx="4" presStyleCnt="5"/>
      <dgm:spPr/>
    </dgm:pt>
    <dgm:pt modelId="{1C91D7E3-8940-4A33-9182-677DD5415901}" type="pres">
      <dgm:prSet presAssocID="{988D96B0-D16E-4763-B393-84178CF4FF50}" presName="Child1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65257024-FAC0-4522-B139-1CC85B547BE8}" type="pres">
      <dgm:prSet presAssocID="{988D96B0-D16E-4763-B393-84178CF4FF50}" presName="Parent1" presStyleLbl="node1" presStyleIdx="4" presStyleCnt="5">
        <dgm:presLayoutVars>
          <dgm:chMax val="2"/>
          <dgm:chPref val="1"/>
          <dgm:bulletEnabled val="1"/>
        </dgm:presLayoutVars>
      </dgm:prSet>
      <dgm:spPr/>
    </dgm:pt>
  </dgm:ptLst>
  <dgm:cxnLst>
    <dgm:cxn modelId="{E6B70501-CFCB-4D4A-94BE-F63036069196}" type="presOf" srcId="{5751524B-FB67-4894-A0C5-35151E149D68}" destId="{A6BCDA7B-D633-438F-B44D-CB4D60E5C492}" srcOrd="0" destOrd="0" presId="urn:microsoft.com/office/officeart/2011/layout/InterconnectedBlockProcess"/>
    <dgm:cxn modelId="{3A148602-FF29-4906-B326-00D763D49E3A}" type="presOf" srcId="{B507E033-9FA1-497B-8A67-E11F10FD0808}" destId="{928B615F-0F8D-4140-A638-0FBB8F5BF1E9}" srcOrd="1" destOrd="2" presId="urn:microsoft.com/office/officeart/2011/layout/InterconnectedBlockProcess"/>
    <dgm:cxn modelId="{C6D0E705-CE9F-4D36-AF44-B859619D0670}" srcId="{65C051F6-A849-4495-A964-CD4C650B9C06}" destId="{774E2FC8-AEA9-4C28-AD98-A7DD5A4CD959}" srcOrd="1" destOrd="0" parTransId="{E2666B9D-8470-4236-97BA-531B154B4CD4}" sibTransId="{0A828B8C-0884-43F3-A4D6-9B8112B5689D}"/>
    <dgm:cxn modelId="{521FD508-C5FD-4804-AFDC-D1FF9945B211}" srcId="{5751524B-FB67-4894-A0C5-35151E149D68}" destId="{65C051F6-A849-4495-A964-CD4C650B9C06}" srcOrd="4" destOrd="0" parTransId="{C24738E5-1547-4D8D-A2CE-64D703ECDF78}" sibTransId="{196A2EB9-DD96-4630-B699-7AF000340374}"/>
    <dgm:cxn modelId="{76BD990F-BED9-4680-9920-D800E96D0230}" srcId="{5E92505A-51E0-4F78-B3C5-704ACF8710DE}" destId="{DC22AA24-293B-4B13-B029-F70DFECF9E77}" srcOrd="1" destOrd="0" parTransId="{D3344CF7-DDAC-4172-B7F9-7BE0F22F7E70}" sibTransId="{2774D892-AF6F-4499-B9F9-D5C140C56103}"/>
    <dgm:cxn modelId="{8AABCC11-2644-48AC-ACB1-2415122EE987}" type="presOf" srcId="{23718078-18DD-401F-93F9-E070FBDFECE5}" destId="{06F8D57B-EDF4-4CF4-8700-DC2CA3E3028E}" srcOrd="0" destOrd="1" presId="urn:microsoft.com/office/officeart/2011/layout/InterconnectedBlockProcess"/>
    <dgm:cxn modelId="{A98B3B12-1906-4CFE-B5D2-44E28ED2FA90}" srcId="{7B3055AA-BF7C-46D0-9A9E-60087B9F57B4}" destId="{592E4B39-DAE8-42EB-AB60-4DD1F55AE6B2}" srcOrd="2" destOrd="0" parTransId="{7DBBD6F7-3CAA-47C3-A642-C18CC1810868}" sibTransId="{9C869E73-F4A9-4758-8A89-130295D871BE}"/>
    <dgm:cxn modelId="{E54C6512-8903-45BA-B421-B59572DAC486}" type="presOf" srcId="{E6EA7D03-FCEC-4FA5-804B-189269262162}" destId="{FC0F1314-3294-4A8C-8DCE-EB53E236164C}" srcOrd="0" destOrd="2" presId="urn:microsoft.com/office/officeart/2011/layout/InterconnectedBlockProcess"/>
    <dgm:cxn modelId="{E94CD512-E47E-4B2A-8B42-1BBD0CE921B4}" type="presOf" srcId="{D471E45F-B026-44AA-9616-57E786AE80AF}" destId="{A134CDD1-D85F-44EF-8BEE-9F99A855C1E6}" srcOrd="0" destOrd="0" presId="urn:microsoft.com/office/officeart/2011/layout/InterconnectedBlockProcess"/>
    <dgm:cxn modelId="{DCBBD912-689F-4398-945B-50D7C906D480}" type="presOf" srcId="{65C051F6-A849-4495-A964-CD4C650B9C06}" destId="{C73DE52A-2F45-45E6-AD0E-D5BEAF609F8E}" srcOrd="0" destOrd="0" presId="urn:microsoft.com/office/officeart/2011/layout/InterconnectedBlockProcess"/>
    <dgm:cxn modelId="{A6532C16-AFEE-4EEA-891E-F5DAB7412E13}" type="presOf" srcId="{73DB572E-062D-41AD-8033-D361B8E583DB}" destId="{2532504F-5FE1-4C97-B485-F05E8885EACC}" srcOrd="0" destOrd="0" presId="urn:microsoft.com/office/officeart/2011/layout/InterconnectedBlockProcess"/>
    <dgm:cxn modelId="{BB0F0018-D08B-4C23-9A2A-D38B0F6BE750}" srcId="{5E92505A-51E0-4F78-B3C5-704ACF8710DE}" destId="{3D696DBD-FE88-4FA3-9546-FF021CEFED78}" srcOrd="3" destOrd="0" parTransId="{81099F24-CD67-4C8B-B405-70D086E67DF9}" sibTransId="{BCD91924-6A68-4BCD-A94B-83CECA026620}"/>
    <dgm:cxn modelId="{72748518-6F8B-4EF7-8E9F-070CB2B16F40}" type="presOf" srcId="{A3F571C9-2B59-4F29-A991-492F4209BA16}" destId="{1C91D7E3-8940-4A33-9182-677DD5415901}" srcOrd="1" destOrd="3" presId="urn:microsoft.com/office/officeart/2011/layout/InterconnectedBlockProcess"/>
    <dgm:cxn modelId="{0BB8991B-B9E3-44B5-A5B1-B4ED67AF46D8}" type="presOf" srcId="{DECFA18B-20F3-46AA-B4EC-98ED7999FC42}" destId="{8CAE5A4D-0C7B-48A6-917B-0B8433D0574B}" srcOrd="0" destOrd="3" presId="urn:microsoft.com/office/officeart/2011/layout/InterconnectedBlockProcess"/>
    <dgm:cxn modelId="{9F7F851E-9CB8-44E1-B232-C7321ECB12B3}" srcId="{988D96B0-D16E-4763-B393-84178CF4FF50}" destId="{A3F571C9-2B59-4F29-A991-492F4209BA16}" srcOrd="3" destOrd="0" parTransId="{C3342AFB-92A2-42F5-BE5A-F6CB2D8D8379}" sibTransId="{22DD5DBB-D3FB-4000-A5F8-BE98749D4C8A}"/>
    <dgm:cxn modelId="{A2B38520-74C0-46E3-A96F-7A185F808E7F}" srcId="{7B3055AA-BF7C-46D0-9A9E-60087B9F57B4}" destId="{BFE4EE50-BF59-4F15-A8B6-0EFAB25B4F74}" srcOrd="3" destOrd="0" parTransId="{FDCE6FF8-2A3E-4316-ABBB-97B0C96B804A}" sibTransId="{A10E829F-2EDD-4A7F-A2A1-03BD89E9B5F0}"/>
    <dgm:cxn modelId="{14271021-8784-4688-96FE-21B4F9A3C855}" type="presOf" srcId="{A59EC69B-8F3F-425B-819F-E8C557946AEE}" destId="{4C66D42D-7E6D-4563-AFDC-369C30B73F70}" srcOrd="0" destOrd="0" presId="urn:microsoft.com/office/officeart/2011/layout/InterconnectedBlockProcess"/>
    <dgm:cxn modelId="{F92FB323-A03E-4B91-8D97-867428D973F7}" type="presOf" srcId="{9FF2ACC7-D341-48A8-94E2-1A2EE6F8D521}" destId="{2532504F-5FE1-4C97-B485-F05E8885EACC}" srcOrd="0" destOrd="4" presId="urn:microsoft.com/office/officeart/2011/layout/InterconnectedBlockProcess"/>
    <dgm:cxn modelId="{64F64326-3B99-48E5-A253-9DB83AB287E4}" type="presOf" srcId="{A3F571C9-2B59-4F29-A991-492F4209BA16}" destId="{A134CDD1-D85F-44EF-8BEE-9F99A855C1E6}" srcOrd="0" destOrd="3" presId="urn:microsoft.com/office/officeart/2011/layout/InterconnectedBlockProcess"/>
    <dgm:cxn modelId="{FC846A27-4C03-45D5-82D9-E781B89B7858}" type="presOf" srcId="{BFE4EE50-BF59-4F15-A8B6-0EFAB25B4F74}" destId="{06F8D57B-EDF4-4CF4-8700-DC2CA3E3028E}" srcOrd="0" destOrd="3" presId="urn:microsoft.com/office/officeart/2011/layout/InterconnectedBlockProcess"/>
    <dgm:cxn modelId="{36FD4628-8A05-4ED0-903A-D2437BBF6545}" type="presOf" srcId="{E302371C-C53F-4690-962F-BE41A0C22DEB}" destId="{928B615F-0F8D-4140-A638-0FBB8F5BF1E9}" srcOrd="1" destOrd="4" presId="urn:microsoft.com/office/officeart/2011/layout/InterconnectedBlockProcess"/>
    <dgm:cxn modelId="{7DFF042A-0723-4ADD-BCA6-39DDB7EDA7C3}" srcId="{65C051F6-A849-4495-A964-CD4C650B9C06}" destId="{E302371C-C53F-4690-962F-BE41A0C22DEB}" srcOrd="4" destOrd="0" parTransId="{1EFFC238-FEB8-4112-9BE2-145E311FFD24}" sibTransId="{C73C5342-4113-4143-9CF6-C1C29BC073FD}"/>
    <dgm:cxn modelId="{69E07E36-DC4B-46FF-A673-903E98FAC2BA}" type="presOf" srcId="{6925D430-A01D-415B-9BF8-992C29CCF13E}" destId="{A134CDD1-D85F-44EF-8BEE-9F99A855C1E6}" srcOrd="0" destOrd="2" presId="urn:microsoft.com/office/officeart/2011/layout/InterconnectedBlockProcess"/>
    <dgm:cxn modelId="{BD4D063F-4481-4272-86B1-D2EA110CC162}" type="presOf" srcId="{73DB572E-062D-41AD-8033-D361B8E583DB}" destId="{0D08ED52-6744-4369-B780-916B09984775}" srcOrd="1" destOrd="0" presId="urn:microsoft.com/office/officeart/2011/layout/InterconnectedBlockProcess"/>
    <dgm:cxn modelId="{0212AC5B-D3BA-45C7-88A3-ABDB1879FFD2}" type="presOf" srcId="{6925D430-A01D-415B-9BF8-992C29CCF13E}" destId="{1C91D7E3-8940-4A33-9182-677DD5415901}" srcOrd="1" destOrd="2" presId="urn:microsoft.com/office/officeart/2011/layout/InterconnectedBlockProcess"/>
    <dgm:cxn modelId="{9E3CCE42-6EDE-4EB1-8F38-3B9E2F159A47}" srcId="{5E92505A-51E0-4F78-B3C5-704ACF8710DE}" destId="{9452D462-CE3D-4CFB-A610-BF40441D3A0B}" srcOrd="0" destOrd="0" parTransId="{C05FA1F4-8745-4C39-A45E-ACB31392CEBA}" sibTransId="{5451717D-E041-4DC7-8B49-D3C6DA017C7F}"/>
    <dgm:cxn modelId="{130E4F43-E9D2-4694-8F03-143DB0209A65}" type="presOf" srcId="{BB69796B-3B64-454F-9D2B-E22B06CBCE9B}" destId="{2532504F-5FE1-4C97-B485-F05E8885EACC}" srcOrd="0" destOrd="1" presId="urn:microsoft.com/office/officeart/2011/layout/InterconnectedBlockProcess"/>
    <dgm:cxn modelId="{309D1549-D113-46A4-B8DD-6204555FEF1D}" srcId="{A59EC69B-8F3F-425B-819F-E8C557946AEE}" destId="{49629957-38B9-4371-8A3D-E612A06D7B52}" srcOrd="3" destOrd="0" parTransId="{EA6ACBE8-272E-4B18-B1AE-8AF8982792F3}" sibTransId="{D82A7FB7-2BA6-4532-B250-D3CE9C5101B6}"/>
    <dgm:cxn modelId="{5E97354A-8F18-4D67-B1F9-E588304835DC}" type="presOf" srcId="{B507E033-9FA1-497B-8A67-E11F10FD0808}" destId="{8CAE5A4D-0C7B-48A6-917B-0B8433D0574B}" srcOrd="0" destOrd="2" presId="urn:microsoft.com/office/officeart/2011/layout/InterconnectedBlockProcess"/>
    <dgm:cxn modelId="{4E10374B-AD4B-48FD-8226-6E9EAC568AF1}" type="presOf" srcId="{963B6549-B67C-4BD4-9D52-8C05AED0DEF1}" destId="{2532504F-5FE1-4C97-B485-F05E8885EACC}" srcOrd="0" destOrd="2" presId="urn:microsoft.com/office/officeart/2011/layout/InterconnectedBlockProcess"/>
    <dgm:cxn modelId="{A9F1BF4B-0DE8-428A-BD13-7F3F36FC04F9}" type="presOf" srcId="{49629957-38B9-4371-8A3D-E612A06D7B52}" destId="{2532504F-5FE1-4C97-B485-F05E8885EACC}" srcOrd="0" destOrd="3" presId="urn:microsoft.com/office/officeart/2011/layout/InterconnectedBlockProcess"/>
    <dgm:cxn modelId="{CC05CF4E-11F8-4E91-9CBF-79C592165A5C}" type="presOf" srcId="{DECFA18B-20F3-46AA-B4EC-98ED7999FC42}" destId="{928B615F-0F8D-4140-A638-0FBB8F5BF1E9}" srcOrd="1" destOrd="3" presId="urn:microsoft.com/office/officeart/2011/layout/InterconnectedBlockProcess"/>
    <dgm:cxn modelId="{B8CC414F-763E-495B-8055-9A8A58EBC2F7}" type="presOf" srcId="{9FF2ACC7-D341-48A8-94E2-1A2EE6F8D521}" destId="{0D08ED52-6744-4369-B780-916B09984775}" srcOrd="1" destOrd="4" presId="urn:microsoft.com/office/officeart/2011/layout/InterconnectedBlockProcess"/>
    <dgm:cxn modelId="{3CC57770-9024-4A11-B810-E8D9FA3085BD}" srcId="{65C051F6-A849-4495-A964-CD4C650B9C06}" destId="{B507E033-9FA1-497B-8A67-E11F10FD0808}" srcOrd="2" destOrd="0" parTransId="{9468D6E9-5D92-4C58-84B5-F45FB79E462A}" sibTransId="{EFC1BBF1-30C4-4C1B-A504-F2B511EACFB6}"/>
    <dgm:cxn modelId="{58E76652-C24F-44B0-96A9-DDF4DA4C870A}" type="presOf" srcId="{7B3055AA-BF7C-46D0-9A9E-60087B9F57B4}" destId="{00BB3360-A9BB-4051-A4B1-1216F82F642C}" srcOrd="0" destOrd="0" presId="urn:microsoft.com/office/officeart/2011/layout/InterconnectedBlockProcess"/>
    <dgm:cxn modelId="{20B6D472-2D80-4D59-937E-F1571E716EAE}" srcId="{65C051F6-A849-4495-A964-CD4C650B9C06}" destId="{1314B379-1CB6-405D-AFE3-1734E7C93C13}" srcOrd="0" destOrd="0" parTransId="{A89F53EB-DC52-44A1-8B6E-93025F5EB852}" sibTransId="{429ECCB3-1519-4F89-9012-B7A71188FC0A}"/>
    <dgm:cxn modelId="{740A0673-5F8C-405C-8C3F-63471406FD8A}" srcId="{5E92505A-51E0-4F78-B3C5-704ACF8710DE}" destId="{E6EA7D03-FCEC-4FA5-804B-189269262162}" srcOrd="2" destOrd="0" parTransId="{6C86CA10-CA4C-4F0F-9FBB-624C4824E31D}" sibTransId="{29577211-60C5-4F06-805A-EF2A4B651042}"/>
    <dgm:cxn modelId="{39140E73-2861-49BA-903A-72F4A6E9E841}" type="presOf" srcId="{E6EA7D03-FCEC-4FA5-804B-189269262162}" destId="{98225A61-A0EC-450A-BED8-EF2E47E8FD18}" srcOrd="1" destOrd="2" presId="urn:microsoft.com/office/officeart/2011/layout/InterconnectedBlockProcess"/>
    <dgm:cxn modelId="{FE526E78-D3AC-4D90-B3D1-C1812C43ECC2}" srcId="{988D96B0-D16E-4763-B393-84178CF4FF50}" destId="{DDFEE529-7D30-4B1B-A9A9-188E61905EBD}" srcOrd="1" destOrd="0" parTransId="{8CEBB46B-D25D-490F-B77B-9DA0476AE203}" sibTransId="{D6EB8FF9-4338-4C55-A703-F4C49EDC88B8}"/>
    <dgm:cxn modelId="{AA17007A-110D-43AE-B6F2-DF2DF885F2E2}" srcId="{A59EC69B-8F3F-425B-819F-E8C557946AEE}" destId="{73DB572E-062D-41AD-8033-D361B8E583DB}" srcOrd="0" destOrd="0" parTransId="{75D01B62-D132-48B8-9D06-D0A551A21107}" sibTransId="{98BDB650-3386-4D3D-8E80-609010499291}"/>
    <dgm:cxn modelId="{62C1B27B-0CCE-4FF0-9CE4-FEDCA8E130A9}" type="presOf" srcId="{DC22AA24-293B-4B13-B029-F70DFECF9E77}" destId="{FC0F1314-3294-4A8C-8DCE-EB53E236164C}" srcOrd="0" destOrd="1" presId="urn:microsoft.com/office/officeart/2011/layout/InterconnectedBlockProcess"/>
    <dgm:cxn modelId="{6D392581-F507-4C32-9AE6-B5107A5711B2}" type="presOf" srcId="{BFE4EE50-BF59-4F15-A8B6-0EFAB25B4F74}" destId="{6BCCFBA6-7A43-4631-AD7F-AFB10E1E6CD7}" srcOrd="1" destOrd="3" presId="urn:microsoft.com/office/officeart/2011/layout/InterconnectedBlockProcess"/>
    <dgm:cxn modelId="{E8906B82-0830-4F19-BC61-DFC2EC179725}" type="presOf" srcId="{592E4B39-DAE8-42EB-AB60-4DD1F55AE6B2}" destId="{6BCCFBA6-7A43-4631-AD7F-AFB10E1E6CD7}" srcOrd="1" destOrd="2" presId="urn:microsoft.com/office/officeart/2011/layout/InterconnectedBlockProcess"/>
    <dgm:cxn modelId="{CA731F88-F711-4E54-A552-0765C5360F03}" srcId="{A59EC69B-8F3F-425B-819F-E8C557946AEE}" destId="{9FF2ACC7-D341-48A8-94E2-1A2EE6F8D521}" srcOrd="4" destOrd="0" parTransId="{BA48AB3B-C45C-406E-A281-D229F5D73B4B}" sibTransId="{D2221936-7759-43AC-88ED-AFE5DDCCAB5A}"/>
    <dgm:cxn modelId="{5C3C918A-4C4A-4DEB-924A-CC330C09FB27}" type="presOf" srcId="{5E92505A-51E0-4F78-B3C5-704ACF8710DE}" destId="{2AAD338D-3122-4454-9A67-16BE024D44E3}" srcOrd="0" destOrd="0" presId="urn:microsoft.com/office/officeart/2011/layout/InterconnectedBlockProcess"/>
    <dgm:cxn modelId="{03FAED8A-94CC-4CA9-A2C7-B9033826182B}" type="presOf" srcId="{DDFEE529-7D30-4B1B-A9A9-188E61905EBD}" destId="{A134CDD1-D85F-44EF-8BEE-9F99A855C1E6}" srcOrd="0" destOrd="1" presId="urn:microsoft.com/office/officeart/2011/layout/InterconnectedBlockProcess"/>
    <dgm:cxn modelId="{CA4CAF8E-1762-4043-840B-2A3B064EB16F}" type="presOf" srcId="{592E4B39-DAE8-42EB-AB60-4DD1F55AE6B2}" destId="{06F8D57B-EDF4-4CF4-8700-DC2CA3E3028E}" srcOrd="0" destOrd="2" presId="urn:microsoft.com/office/officeart/2011/layout/InterconnectedBlockProcess"/>
    <dgm:cxn modelId="{27611794-B6EF-4593-A560-02BF7692DC5A}" srcId="{7B3055AA-BF7C-46D0-9A9E-60087B9F57B4}" destId="{9FED87C4-3F3B-4A18-9185-9F80CFEDEA2E}" srcOrd="0" destOrd="0" parTransId="{669F5586-1E47-4A85-AA72-0E435BABD665}" sibTransId="{AD0D1882-5210-4A49-9875-4AAC43595580}"/>
    <dgm:cxn modelId="{940B4C9B-D5E4-4E48-A872-B455F86EA2F7}" type="presOf" srcId="{D471E45F-B026-44AA-9616-57E786AE80AF}" destId="{1C91D7E3-8940-4A33-9182-677DD5415901}" srcOrd="1" destOrd="0" presId="urn:microsoft.com/office/officeart/2011/layout/InterconnectedBlockProcess"/>
    <dgm:cxn modelId="{25C83D9F-B12A-43EF-8599-6589093E1A69}" type="presOf" srcId="{9FED87C4-3F3B-4A18-9185-9F80CFEDEA2E}" destId="{06F8D57B-EDF4-4CF4-8700-DC2CA3E3028E}" srcOrd="0" destOrd="0" presId="urn:microsoft.com/office/officeart/2011/layout/InterconnectedBlockProcess"/>
    <dgm:cxn modelId="{CAE77AAA-85C9-481C-A628-F130D6D2D057}" srcId="{A59EC69B-8F3F-425B-819F-E8C557946AEE}" destId="{BB69796B-3B64-454F-9D2B-E22B06CBCE9B}" srcOrd="1" destOrd="0" parTransId="{B88F5A73-9933-4E2E-9FC1-E937F127E0F6}" sibTransId="{D156835E-DAF4-4258-BAD7-DFE451D2E1B4}"/>
    <dgm:cxn modelId="{60CB6BAC-1FFE-48E0-A208-5D330BB3D6A5}" type="presOf" srcId="{DDFEE529-7D30-4B1B-A9A9-188E61905EBD}" destId="{1C91D7E3-8940-4A33-9182-677DD5415901}" srcOrd="1" destOrd="1" presId="urn:microsoft.com/office/officeart/2011/layout/InterconnectedBlockProcess"/>
    <dgm:cxn modelId="{3A3869AE-259A-4A92-A8DB-41A7DFCB545F}" type="presOf" srcId="{774E2FC8-AEA9-4C28-AD98-A7DD5A4CD959}" destId="{928B615F-0F8D-4140-A638-0FBB8F5BF1E9}" srcOrd="1" destOrd="1" presId="urn:microsoft.com/office/officeart/2011/layout/InterconnectedBlockProcess"/>
    <dgm:cxn modelId="{2C7DCDAE-B8E3-4C8B-AB57-C306C7BE6F42}" type="presOf" srcId="{BB69796B-3B64-454F-9D2B-E22B06CBCE9B}" destId="{0D08ED52-6744-4369-B780-916B09984775}" srcOrd="1" destOrd="1" presId="urn:microsoft.com/office/officeart/2011/layout/InterconnectedBlockProcess"/>
    <dgm:cxn modelId="{1D660CAF-B8F4-4AAF-98A4-7AACF7CFE013}" type="presOf" srcId="{E302371C-C53F-4690-962F-BE41A0C22DEB}" destId="{8CAE5A4D-0C7B-48A6-917B-0B8433D0574B}" srcOrd="0" destOrd="4" presId="urn:microsoft.com/office/officeart/2011/layout/InterconnectedBlockProcess"/>
    <dgm:cxn modelId="{5760E4B3-8B44-4879-86E1-0EF8268ABA9F}" type="presOf" srcId="{1314B379-1CB6-405D-AFE3-1734E7C93C13}" destId="{928B615F-0F8D-4140-A638-0FBB8F5BF1E9}" srcOrd="1" destOrd="0" presId="urn:microsoft.com/office/officeart/2011/layout/InterconnectedBlockProcess"/>
    <dgm:cxn modelId="{DB3F09B8-F4B7-44FF-8800-7A3DECC4A5FF}" type="presOf" srcId="{9452D462-CE3D-4CFB-A610-BF40441D3A0B}" destId="{98225A61-A0EC-450A-BED8-EF2E47E8FD18}" srcOrd="1" destOrd="0" presId="urn:microsoft.com/office/officeart/2011/layout/InterconnectedBlockProcess"/>
    <dgm:cxn modelId="{EDF12BB8-DEEE-4B3F-A86A-1D5E12B57230}" srcId="{A59EC69B-8F3F-425B-819F-E8C557946AEE}" destId="{963B6549-B67C-4BD4-9D52-8C05AED0DEF1}" srcOrd="2" destOrd="0" parTransId="{DDE529D2-69D4-402E-BF48-59DADCBCAB06}" sibTransId="{8A6DF34F-A232-42E1-B4D2-9FB3F8A85558}"/>
    <dgm:cxn modelId="{AD0A74B8-550A-4F0D-9A26-ADB7CD7A34B7}" type="presOf" srcId="{988D96B0-D16E-4763-B393-84178CF4FF50}" destId="{65257024-FAC0-4522-B139-1CC85B547BE8}" srcOrd="0" destOrd="0" presId="urn:microsoft.com/office/officeart/2011/layout/InterconnectedBlockProcess"/>
    <dgm:cxn modelId="{6C7D4BBB-EED6-4011-9FBC-87F683D5B245}" srcId="{5751524B-FB67-4894-A0C5-35151E149D68}" destId="{7B3055AA-BF7C-46D0-9A9E-60087B9F57B4}" srcOrd="1" destOrd="0" parTransId="{F772EF41-D2BB-4368-8327-B4E332165F48}" sibTransId="{B81593E2-4CAC-4783-8D2D-E9DDD236A942}"/>
    <dgm:cxn modelId="{5C7321BC-C30C-4F0D-ABD1-6D0BDEBEC8C0}" type="presOf" srcId="{9452D462-CE3D-4CFB-A610-BF40441D3A0B}" destId="{FC0F1314-3294-4A8C-8DCE-EB53E236164C}" srcOrd="0" destOrd="0" presId="urn:microsoft.com/office/officeart/2011/layout/InterconnectedBlockProcess"/>
    <dgm:cxn modelId="{516B36C1-01C0-41C9-9305-51FC79AC4347}" type="presOf" srcId="{963B6549-B67C-4BD4-9D52-8C05AED0DEF1}" destId="{0D08ED52-6744-4369-B780-916B09984775}" srcOrd="1" destOrd="2" presId="urn:microsoft.com/office/officeart/2011/layout/InterconnectedBlockProcess"/>
    <dgm:cxn modelId="{827D35C4-5287-46DD-A763-4BF44580FEC6}" type="presOf" srcId="{3D696DBD-FE88-4FA3-9546-FF021CEFED78}" destId="{FC0F1314-3294-4A8C-8DCE-EB53E236164C}" srcOrd="0" destOrd="3" presId="urn:microsoft.com/office/officeart/2011/layout/InterconnectedBlockProcess"/>
    <dgm:cxn modelId="{8A5B57C6-4217-47A0-BC51-0A044EF15AE7}" type="presOf" srcId="{49629957-38B9-4371-8A3D-E612A06D7B52}" destId="{0D08ED52-6744-4369-B780-916B09984775}" srcOrd="1" destOrd="3" presId="urn:microsoft.com/office/officeart/2011/layout/InterconnectedBlockProcess"/>
    <dgm:cxn modelId="{060828C8-40AB-4D69-A660-C0A084980279}" srcId="{988D96B0-D16E-4763-B393-84178CF4FF50}" destId="{6925D430-A01D-415B-9BF8-992C29CCF13E}" srcOrd="2" destOrd="0" parTransId="{A95EE22F-8808-41B2-A61F-1E0DD2BB8B05}" sibTransId="{DD6C07FC-3E74-44F0-BB93-A35D3C8AEAFB}"/>
    <dgm:cxn modelId="{D69DFCCB-3D97-40E5-90C2-70B2214A1EA9}" type="presOf" srcId="{DC22AA24-293B-4B13-B029-F70DFECF9E77}" destId="{98225A61-A0EC-450A-BED8-EF2E47E8FD18}" srcOrd="1" destOrd="1" presId="urn:microsoft.com/office/officeart/2011/layout/InterconnectedBlockProcess"/>
    <dgm:cxn modelId="{D1BA1DD0-A52A-47BF-962D-9810C87E1576}" srcId="{5751524B-FB67-4894-A0C5-35151E149D68}" destId="{A59EC69B-8F3F-425B-819F-E8C557946AEE}" srcOrd="2" destOrd="0" parTransId="{0095C3CB-916F-4060-A8DA-DD282FB51587}" sibTransId="{2868AD8D-4E38-46CE-A972-709857BF40AC}"/>
    <dgm:cxn modelId="{59AA7CE0-8ED8-420C-A351-2429E805B60C}" type="presOf" srcId="{23718078-18DD-401F-93F9-E070FBDFECE5}" destId="{6BCCFBA6-7A43-4631-AD7F-AFB10E1E6CD7}" srcOrd="1" destOrd="1" presId="urn:microsoft.com/office/officeart/2011/layout/InterconnectedBlockProcess"/>
    <dgm:cxn modelId="{D95A05E5-1205-4AD1-9AA3-74CA7A4B9EF2}" type="presOf" srcId="{9FED87C4-3F3B-4A18-9185-9F80CFEDEA2E}" destId="{6BCCFBA6-7A43-4631-AD7F-AFB10E1E6CD7}" srcOrd="1" destOrd="0" presId="urn:microsoft.com/office/officeart/2011/layout/InterconnectedBlockProcess"/>
    <dgm:cxn modelId="{DA8CD5E8-B2EE-41E4-8EC6-CFB41D688F68}" srcId="{5751524B-FB67-4894-A0C5-35151E149D68}" destId="{5E92505A-51E0-4F78-B3C5-704ACF8710DE}" srcOrd="3" destOrd="0" parTransId="{765B1266-7CE2-4F9C-AE38-D97DFBC1B151}" sibTransId="{5E9E6A6F-635A-4791-A107-01E95B62EA08}"/>
    <dgm:cxn modelId="{4354D4EB-E6EF-4567-8E4C-AEA702AFCD33}" type="presOf" srcId="{774E2FC8-AEA9-4C28-AD98-A7DD5A4CD959}" destId="{8CAE5A4D-0C7B-48A6-917B-0B8433D0574B}" srcOrd="0" destOrd="1" presId="urn:microsoft.com/office/officeart/2011/layout/InterconnectedBlockProcess"/>
    <dgm:cxn modelId="{15A90DED-FF92-418C-8355-DC2B112811E7}" type="presOf" srcId="{1314B379-1CB6-405D-AFE3-1734E7C93C13}" destId="{8CAE5A4D-0C7B-48A6-917B-0B8433D0574B}" srcOrd="0" destOrd="0" presId="urn:microsoft.com/office/officeart/2011/layout/InterconnectedBlockProcess"/>
    <dgm:cxn modelId="{AEE28BEF-3F73-41A5-9307-D42A450FCA17}" srcId="{988D96B0-D16E-4763-B393-84178CF4FF50}" destId="{D471E45F-B026-44AA-9616-57E786AE80AF}" srcOrd="0" destOrd="0" parTransId="{326A986D-69A4-4AC0-AD9B-462FFC9C3F18}" sibTransId="{304E70AD-39C7-4C28-BF7B-6EE91BAE97B7}"/>
    <dgm:cxn modelId="{E52D73F3-BCE9-4E62-919E-488EC1E7472E}" srcId="{7B3055AA-BF7C-46D0-9A9E-60087B9F57B4}" destId="{23718078-18DD-401F-93F9-E070FBDFECE5}" srcOrd="1" destOrd="0" parTransId="{2D41D316-1674-4861-B962-47052500207B}" sibTransId="{72551748-8860-4B05-9C5B-3A7D1D603ABA}"/>
    <dgm:cxn modelId="{8CB593F6-6C5D-4606-B959-3E27F9872EC1}" srcId="{5751524B-FB67-4894-A0C5-35151E149D68}" destId="{988D96B0-D16E-4763-B393-84178CF4FF50}" srcOrd="0" destOrd="0" parTransId="{080A6B9D-C27D-4227-AC65-3C97878D78C4}" sibTransId="{19B27CEC-4BAD-44A7-A9A7-B7A8B23ADCFD}"/>
    <dgm:cxn modelId="{BD485CF7-8BAF-4375-8D28-9F130BCF3F1D}" type="presOf" srcId="{3D696DBD-FE88-4FA3-9546-FF021CEFED78}" destId="{98225A61-A0EC-450A-BED8-EF2E47E8FD18}" srcOrd="1" destOrd="3" presId="urn:microsoft.com/office/officeart/2011/layout/InterconnectedBlockProcess"/>
    <dgm:cxn modelId="{BF1E34FD-DC26-43D2-B0AD-2FE096478636}" srcId="{65C051F6-A849-4495-A964-CD4C650B9C06}" destId="{DECFA18B-20F3-46AA-B4EC-98ED7999FC42}" srcOrd="3" destOrd="0" parTransId="{40E85361-054A-4B11-977D-4C9014230539}" sibTransId="{114F2902-9FB3-48C9-82AC-AD885D0D4B8A}"/>
    <dgm:cxn modelId="{BA3911EC-283D-4FE0-BD2A-4C3459371EE9}" type="presParOf" srcId="{A6BCDA7B-D633-438F-B44D-CB4D60E5C492}" destId="{0EA92EC0-9C6F-4663-B822-B1E8E3DCB13B}" srcOrd="0" destOrd="0" presId="urn:microsoft.com/office/officeart/2011/layout/InterconnectedBlockProcess"/>
    <dgm:cxn modelId="{1EDBEF38-7069-4A80-88A4-D49C02CAA5E4}" type="presParOf" srcId="{0EA92EC0-9C6F-4663-B822-B1E8E3DCB13B}" destId="{8CAE5A4D-0C7B-48A6-917B-0B8433D0574B}" srcOrd="0" destOrd="0" presId="urn:microsoft.com/office/officeart/2011/layout/InterconnectedBlockProcess"/>
    <dgm:cxn modelId="{FD95BC11-BC93-47BA-B283-371C099AF1AD}" type="presParOf" srcId="{A6BCDA7B-D633-438F-B44D-CB4D60E5C492}" destId="{928B615F-0F8D-4140-A638-0FBB8F5BF1E9}" srcOrd="1" destOrd="0" presId="urn:microsoft.com/office/officeart/2011/layout/InterconnectedBlockProcess"/>
    <dgm:cxn modelId="{A02166CE-2B20-436D-AF28-8342A22134F7}" type="presParOf" srcId="{A6BCDA7B-D633-438F-B44D-CB4D60E5C492}" destId="{C73DE52A-2F45-45E6-AD0E-D5BEAF609F8E}" srcOrd="2" destOrd="0" presId="urn:microsoft.com/office/officeart/2011/layout/InterconnectedBlockProcess"/>
    <dgm:cxn modelId="{EF68827D-5F4A-488B-9569-C6B84C6E22B2}" type="presParOf" srcId="{A6BCDA7B-D633-438F-B44D-CB4D60E5C492}" destId="{EA3B7F60-AEEC-41A8-8A2C-D3679EFCD073}" srcOrd="3" destOrd="0" presId="urn:microsoft.com/office/officeart/2011/layout/InterconnectedBlockProcess"/>
    <dgm:cxn modelId="{AA6818F2-EB06-4F0B-AB64-08A61B86B1F5}" type="presParOf" srcId="{EA3B7F60-AEEC-41A8-8A2C-D3679EFCD073}" destId="{FC0F1314-3294-4A8C-8DCE-EB53E236164C}" srcOrd="0" destOrd="0" presId="urn:microsoft.com/office/officeart/2011/layout/InterconnectedBlockProcess"/>
    <dgm:cxn modelId="{515B5789-A9FD-48CC-AEC5-3887D1DCB166}" type="presParOf" srcId="{A6BCDA7B-D633-438F-B44D-CB4D60E5C492}" destId="{98225A61-A0EC-450A-BED8-EF2E47E8FD18}" srcOrd="4" destOrd="0" presId="urn:microsoft.com/office/officeart/2011/layout/InterconnectedBlockProcess"/>
    <dgm:cxn modelId="{EC041B1B-950E-47B0-AC02-75FE785BC810}" type="presParOf" srcId="{A6BCDA7B-D633-438F-B44D-CB4D60E5C492}" destId="{2AAD338D-3122-4454-9A67-16BE024D44E3}" srcOrd="5" destOrd="0" presId="urn:microsoft.com/office/officeart/2011/layout/InterconnectedBlockProcess"/>
    <dgm:cxn modelId="{3432AE63-9FD1-4BC7-9DEF-3B96DC1D18B6}" type="presParOf" srcId="{A6BCDA7B-D633-438F-B44D-CB4D60E5C492}" destId="{96AFCF47-32CA-4C44-9E3C-782007B7112E}" srcOrd="6" destOrd="0" presId="urn:microsoft.com/office/officeart/2011/layout/InterconnectedBlockProcess"/>
    <dgm:cxn modelId="{923E99A6-341B-451C-8867-E92FC25AC53B}" type="presParOf" srcId="{96AFCF47-32CA-4C44-9E3C-782007B7112E}" destId="{2532504F-5FE1-4C97-B485-F05E8885EACC}" srcOrd="0" destOrd="0" presId="urn:microsoft.com/office/officeart/2011/layout/InterconnectedBlockProcess"/>
    <dgm:cxn modelId="{D722F7D5-C052-4884-8CB8-8D1A48BD812B}" type="presParOf" srcId="{A6BCDA7B-D633-438F-B44D-CB4D60E5C492}" destId="{0D08ED52-6744-4369-B780-916B09984775}" srcOrd="7" destOrd="0" presId="urn:microsoft.com/office/officeart/2011/layout/InterconnectedBlockProcess"/>
    <dgm:cxn modelId="{3AD2F176-129A-4447-ADA9-E3E89DF9D891}" type="presParOf" srcId="{A6BCDA7B-D633-438F-B44D-CB4D60E5C492}" destId="{4C66D42D-7E6D-4563-AFDC-369C30B73F70}" srcOrd="8" destOrd="0" presId="urn:microsoft.com/office/officeart/2011/layout/InterconnectedBlockProcess"/>
    <dgm:cxn modelId="{D208DA9D-BE25-4BF1-B0BD-F2F14E865E97}" type="presParOf" srcId="{A6BCDA7B-D633-438F-B44D-CB4D60E5C492}" destId="{C1269CE6-C767-48CC-AAFD-A238D1FFDABA}" srcOrd="9" destOrd="0" presId="urn:microsoft.com/office/officeart/2011/layout/InterconnectedBlockProcess"/>
    <dgm:cxn modelId="{2AC68A3D-1C33-40F1-A5CE-D5AFE03E40CC}" type="presParOf" srcId="{C1269CE6-C767-48CC-AAFD-A238D1FFDABA}" destId="{06F8D57B-EDF4-4CF4-8700-DC2CA3E3028E}" srcOrd="0" destOrd="0" presId="urn:microsoft.com/office/officeart/2011/layout/InterconnectedBlockProcess"/>
    <dgm:cxn modelId="{1AC84B5C-9F91-4220-9E7F-5BE6D44EABB4}" type="presParOf" srcId="{A6BCDA7B-D633-438F-B44D-CB4D60E5C492}" destId="{6BCCFBA6-7A43-4631-AD7F-AFB10E1E6CD7}" srcOrd="10" destOrd="0" presId="urn:microsoft.com/office/officeart/2011/layout/InterconnectedBlockProcess"/>
    <dgm:cxn modelId="{4D501E81-798D-4E10-9739-3749808FDBE7}" type="presParOf" srcId="{A6BCDA7B-D633-438F-B44D-CB4D60E5C492}" destId="{00BB3360-A9BB-4051-A4B1-1216F82F642C}" srcOrd="11" destOrd="0" presId="urn:microsoft.com/office/officeart/2011/layout/InterconnectedBlockProcess"/>
    <dgm:cxn modelId="{61C4626E-22F6-45E2-856C-8C7D72EEE8E3}" type="presParOf" srcId="{A6BCDA7B-D633-438F-B44D-CB4D60E5C492}" destId="{7305DF14-0FF5-45E4-8B19-015814092DBD}" srcOrd="12" destOrd="0" presId="urn:microsoft.com/office/officeart/2011/layout/InterconnectedBlockProcess"/>
    <dgm:cxn modelId="{40E047E4-8B96-4BE3-A685-38A19A4860FE}" type="presParOf" srcId="{7305DF14-0FF5-45E4-8B19-015814092DBD}" destId="{A134CDD1-D85F-44EF-8BEE-9F99A855C1E6}" srcOrd="0" destOrd="0" presId="urn:microsoft.com/office/officeart/2011/layout/InterconnectedBlockProcess"/>
    <dgm:cxn modelId="{7D071F6A-A4AA-4BFF-AC77-DA71956DD8F9}" type="presParOf" srcId="{A6BCDA7B-D633-438F-B44D-CB4D60E5C492}" destId="{1C91D7E3-8940-4A33-9182-677DD5415901}" srcOrd="13" destOrd="0" presId="urn:microsoft.com/office/officeart/2011/layout/InterconnectedBlockProcess"/>
    <dgm:cxn modelId="{189850BB-B69B-4D35-82C0-6BC106290228}" type="presParOf" srcId="{A6BCDA7B-D633-438F-B44D-CB4D60E5C492}" destId="{65257024-FAC0-4522-B139-1CC85B547BE8}" srcOrd="14" destOrd="0" presId="urn:microsoft.com/office/officeart/2011/layout/InterconnectedBlockProces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CAE5A4D-0C7B-48A6-917B-0B8433D0574B}">
      <dsp:nvSpPr>
        <dsp:cNvPr id="0" name=""/>
        <dsp:cNvSpPr/>
      </dsp:nvSpPr>
      <dsp:spPr>
        <a:xfrm>
          <a:off x="7210627" y="783945"/>
          <a:ext cx="1278320" cy="3246556"/>
        </a:xfrm>
        <a:prstGeom prst="wedgeRectCallout">
          <a:avLst>
            <a:gd name="adj1" fmla="val 0"/>
            <a:gd name="adj2" fmla="val 0"/>
          </a:avLst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t" anchorCtr="0">
          <a:noAutofit/>
        </a:bodyPr>
        <a:lstStyle/>
        <a:p>
          <a:pPr marL="0" lvl="0" indent="0" algn="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>
              <a:latin typeface="Times New Roman" pitchFamily="18" charset="0"/>
              <a:cs typeface="Times New Roman" pitchFamily="18" charset="0"/>
            </a:rPr>
            <a:t>Complete system deployment</a:t>
          </a:r>
        </a:p>
        <a:p>
          <a:pPr marL="0" lvl="0" indent="0" algn="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>
              <a:latin typeface="Times New Roman" pitchFamily="18" charset="0"/>
              <a:cs typeface="Times New Roman" pitchFamily="18" charset="0"/>
            </a:rPr>
            <a:t>Final testing and validation</a:t>
          </a:r>
        </a:p>
        <a:p>
          <a:pPr marL="0" lvl="0" indent="0" algn="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>
              <a:latin typeface="Times New Roman" pitchFamily="18" charset="0"/>
              <a:cs typeface="Times New Roman" pitchFamily="18" charset="0"/>
            </a:rPr>
            <a:t>Project demonstration</a:t>
          </a:r>
        </a:p>
        <a:p>
          <a:pPr marL="0" lvl="0" indent="0" algn="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>
              <a:latin typeface="Times New Roman" pitchFamily="18" charset="0"/>
              <a:cs typeface="Times New Roman" pitchFamily="18" charset="0"/>
            </a:rPr>
            <a:t>Final report submission</a:t>
          </a:r>
        </a:p>
        <a:p>
          <a:pPr marL="0" lvl="0" indent="0" algn="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>
              <a:latin typeface="Times New Roman" pitchFamily="18" charset="0"/>
              <a:cs typeface="Times New Roman" pitchFamily="18" charset="0"/>
            </a:rPr>
            <a:t>Internship completion</a:t>
          </a:r>
        </a:p>
      </dsp:txBody>
      <dsp:txXfrm>
        <a:off x="7372893" y="783945"/>
        <a:ext cx="1116055" cy="3246556"/>
      </dsp:txXfrm>
    </dsp:sp>
    <dsp:sp modelId="{C73DE52A-2F45-45E6-AD0E-D5BEAF609F8E}">
      <dsp:nvSpPr>
        <dsp:cNvPr id="0" name=""/>
        <dsp:cNvSpPr/>
      </dsp:nvSpPr>
      <dsp:spPr>
        <a:xfrm>
          <a:off x="7173684" y="0"/>
          <a:ext cx="1278320" cy="811639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0" tIns="63500" rIns="63500" bIns="635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Final Review</a:t>
          </a:r>
        </a:p>
      </dsp:txBody>
      <dsp:txXfrm>
        <a:off x="7173684" y="0"/>
        <a:ext cx="1278320" cy="811639"/>
      </dsp:txXfrm>
    </dsp:sp>
    <dsp:sp modelId="{FC0F1314-3294-4A8C-8DCE-EB53E236164C}">
      <dsp:nvSpPr>
        <dsp:cNvPr id="0" name=""/>
        <dsp:cNvSpPr/>
      </dsp:nvSpPr>
      <dsp:spPr>
        <a:xfrm>
          <a:off x="5898557" y="811639"/>
          <a:ext cx="1278320" cy="3043646"/>
        </a:xfrm>
        <a:prstGeom prst="wedgeRectCallout">
          <a:avLst>
            <a:gd name="adj1" fmla="val 62500"/>
            <a:gd name="adj2" fmla="val 20830"/>
          </a:avLst>
        </a:prstGeom>
        <a:solidFill>
          <a:schemeClr val="accent1">
            <a:tint val="50000"/>
            <a:hueOff val="-3179766"/>
            <a:satOff val="8519"/>
            <a:lumOff val="309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t" anchorCtr="0">
          <a:noAutofit/>
        </a:bodyPr>
        <a:lstStyle/>
        <a:p>
          <a:pPr marL="0" lvl="0" indent="0" algn="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Integrating frontend with backend</a:t>
          </a:r>
        </a:p>
        <a:p>
          <a:pPr marL="0" lvl="0" indent="0" algn="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Implementing live camera recognition</a:t>
          </a:r>
        </a:p>
        <a:p>
          <a:pPr marL="0" lvl="0" indent="0" algn="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Testing face detection and attendance marking</a:t>
          </a:r>
        </a:p>
        <a:p>
          <a:pPr marL="0" lvl="0" indent="0" algn="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Improving accuracy and performance</a:t>
          </a:r>
        </a:p>
      </dsp:txBody>
      <dsp:txXfrm>
        <a:off x="6060823" y="811639"/>
        <a:ext cx="1116055" cy="3043646"/>
      </dsp:txXfrm>
    </dsp:sp>
    <dsp:sp modelId="{2AAD338D-3122-4454-9A67-16BE024D44E3}">
      <dsp:nvSpPr>
        <dsp:cNvPr id="0" name=""/>
        <dsp:cNvSpPr/>
      </dsp:nvSpPr>
      <dsp:spPr>
        <a:xfrm>
          <a:off x="5898557" y="101454"/>
          <a:ext cx="1278320" cy="710184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0" tIns="63500" rIns="63500" bIns="635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Review 4</a:t>
          </a:r>
        </a:p>
      </dsp:txBody>
      <dsp:txXfrm>
        <a:off x="5898557" y="101454"/>
        <a:ext cx="1278320" cy="710184"/>
      </dsp:txXfrm>
    </dsp:sp>
    <dsp:sp modelId="{2532504F-5FE1-4C97-B485-F05E8885EACC}">
      <dsp:nvSpPr>
        <dsp:cNvPr id="0" name=""/>
        <dsp:cNvSpPr/>
      </dsp:nvSpPr>
      <dsp:spPr>
        <a:xfrm>
          <a:off x="4620236" y="811639"/>
          <a:ext cx="1278320" cy="2840736"/>
        </a:xfrm>
        <a:prstGeom prst="wedgeRectCallout">
          <a:avLst>
            <a:gd name="adj1" fmla="val 62500"/>
            <a:gd name="adj2" fmla="val 20830"/>
          </a:avLst>
        </a:prstGeom>
        <a:solidFill>
          <a:schemeClr val="accent1">
            <a:tint val="50000"/>
            <a:hueOff val="-6359532"/>
            <a:satOff val="17037"/>
            <a:lumOff val="618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t" anchorCtr="0">
          <a:noAutofit/>
        </a:bodyPr>
        <a:lstStyle/>
        <a:p>
          <a:pPr marL="0" lvl="0" indent="0" algn="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>
              <a:latin typeface="Times New Roman" pitchFamily="18" charset="0"/>
              <a:cs typeface="Times New Roman" pitchFamily="18" charset="0"/>
            </a:rPr>
            <a:t>Designing system architecture</a:t>
          </a:r>
        </a:p>
        <a:p>
          <a:pPr marL="0" lvl="0" indent="0" algn="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>
              <a:latin typeface="Times New Roman" pitchFamily="18" charset="0"/>
              <a:cs typeface="Times New Roman" pitchFamily="18" charset="0"/>
            </a:rPr>
            <a:t>Developing backend using Flask</a:t>
          </a:r>
        </a:p>
        <a:p>
          <a:pPr marL="0" lvl="0" indent="0" algn="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>
              <a:latin typeface="Times New Roman" pitchFamily="18" charset="0"/>
              <a:cs typeface="Times New Roman" pitchFamily="18" charset="0"/>
            </a:rPr>
            <a:t>Creating frontend using React</a:t>
          </a:r>
        </a:p>
        <a:p>
          <a:pPr marL="0" lvl="0" indent="0" algn="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>
              <a:latin typeface="Times New Roman" pitchFamily="18" charset="0"/>
              <a:cs typeface="Times New Roman" pitchFamily="18" charset="0"/>
            </a:rPr>
            <a:t>Dataset collection and face encoding</a:t>
          </a:r>
        </a:p>
        <a:p>
          <a:pPr marL="0" lvl="0" indent="0" algn="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 err="1">
              <a:latin typeface="Times New Roman" pitchFamily="18" charset="0"/>
              <a:cs typeface="Times New Roman" pitchFamily="18" charset="0"/>
            </a:rPr>
            <a:t>GitHub</a:t>
          </a:r>
          <a:r>
            <a:rPr lang="en-US" sz="1200" kern="1200" dirty="0">
              <a:latin typeface="Times New Roman" pitchFamily="18" charset="0"/>
              <a:cs typeface="Times New Roman" pitchFamily="18" charset="0"/>
            </a:rPr>
            <a:t> repository setup</a:t>
          </a:r>
        </a:p>
      </dsp:txBody>
      <dsp:txXfrm>
        <a:off x="4782502" y="811639"/>
        <a:ext cx="1116055" cy="2840736"/>
      </dsp:txXfrm>
    </dsp:sp>
    <dsp:sp modelId="{4C66D42D-7E6D-4563-AFDC-369C30B73F70}">
      <dsp:nvSpPr>
        <dsp:cNvPr id="0" name=""/>
        <dsp:cNvSpPr/>
      </dsp:nvSpPr>
      <dsp:spPr>
        <a:xfrm>
          <a:off x="4620236" y="206156"/>
          <a:ext cx="1278320" cy="608729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0" tIns="63500" rIns="63500" bIns="635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Review 3</a:t>
          </a:r>
        </a:p>
      </dsp:txBody>
      <dsp:txXfrm>
        <a:off x="4620236" y="206156"/>
        <a:ext cx="1278320" cy="608729"/>
      </dsp:txXfrm>
    </dsp:sp>
    <dsp:sp modelId="{06F8D57B-EDF4-4CF4-8700-DC2CA3E3028E}">
      <dsp:nvSpPr>
        <dsp:cNvPr id="0" name=""/>
        <dsp:cNvSpPr/>
      </dsp:nvSpPr>
      <dsp:spPr>
        <a:xfrm>
          <a:off x="3341915" y="811639"/>
          <a:ext cx="1278320" cy="2637826"/>
        </a:xfrm>
        <a:prstGeom prst="wedgeRectCallout">
          <a:avLst>
            <a:gd name="adj1" fmla="val 62500"/>
            <a:gd name="adj2" fmla="val 20830"/>
          </a:avLst>
        </a:prstGeom>
        <a:solidFill>
          <a:schemeClr val="accent1">
            <a:tint val="50000"/>
            <a:hueOff val="-9539299"/>
            <a:satOff val="25556"/>
            <a:lumOff val="928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925" tIns="34925" rIns="34925" bIns="34925" numCol="1" spcCol="1270" anchor="t" anchorCtr="0">
          <a:noAutofit/>
        </a:bodyPr>
        <a:lstStyle/>
        <a:p>
          <a:pPr marL="0" lvl="0" indent="0" algn="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>
              <a:latin typeface="Times New Roman" pitchFamily="18" charset="0"/>
              <a:cs typeface="Times New Roman" pitchFamily="18" charset="0"/>
            </a:rPr>
            <a:t>Understanding project requirements</a:t>
          </a:r>
        </a:p>
        <a:p>
          <a:pPr marL="0" lvl="0" indent="0" algn="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>
              <a:latin typeface="Times New Roman" pitchFamily="18" charset="0"/>
              <a:cs typeface="Times New Roman" pitchFamily="18" charset="0"/>
            </a:rPr>
            <a:t>Learning basics of Face Recognition and AI</a:t>
          </a:r>
        </a:p>
        <a:p>
          <a:pPr marL="0" lvl="0" indent="0" algn="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>
              <a:latin typeface="Times New Roman" pitchFamily="18" charset="0"/>
              <a:cs typeface="Times New Roman" pitchFamily="18" charset="0"/>
            </a:rPr>
            <a:t>Studying Python, OpenCV, and Machine Learning concepts</a:t>
          </a:r>
        </a:p>
        <a:p>
          <a:pPr marL="0" lvl="0" indent="0" algn="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>
              <a:latin typeface="Times New Roman" pitchFamily="18" charset="0"/>
              <a:cs typeface="Times New Roman" pitchFamily="18" charset="0"/>
            </a:rPr>
            <a:t>Literature survey and problem identification</a:t>
          </a:r>
        </a:p>
      </dsp:txBody>
      <dsp:txXfrm>
        <a:off x="3504181" y="811639"/>
        <a:ext cx="1116055" cy="2637826"/>
      </dsp:txXfrm>
    </dsp:sp>
    <dsp:sp modelId="{00BB3360-A9BB-4051-A4B1-1216F82F642C}">
      <dsp:nvSpPr>
        <dsp:cNvPr id="0" name=""/>
        <dsp:cNvSpPr/>
      </dsp:nvSpPr>
      <dsp:spPr>
        <a:xfrm>
          <a:off x="3341915" y="304364"/>
          <a:ext cx="1278320" cy="507274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0" tIns="63500" rIns="63500" bIns="635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Review 2</a:t>
          </a:r>
        </a:p>
      </dsp:txBody>
      <dsp:txXfrm>
        <a:off x="3341915" y="304364"/>
        <a:ext cx="1278320" cy="507274"/>
      </dsp:txXfrm>
    </dsp:sp>
    <dsp:sp modelId="{A134CDD1-D85F-44EF-8BEE-9F99A855C1E6}">
      <dsp:nvSpPr>
        <dsp:cNvPr id="0" name=""/>
        <dsp:cNvSpPr/>
      </dsp:nvSpPr>
      <dsp:spPr>
        <a:xfrm>
          <a:off x="2063594" y="811639"/>
          <a:ext cx="1278320" cy="2434917"/>
        </a:xfrm>
        <a:prstGeom prst="wedgeRectCallout">
          <a:avLst>
            <a:gd name="adj1" fmla="val 62500"/>
            <a:gd name="adj2" fmla="val 20830"/>
          </a:avLst>
        </a:prstGeom>
        <a:solidFill>
          <a:schemeClr val="accent1">
            <a:tint val="50000"/>
            <a:hueOff val="-12719064"/>
            <a:satOff val="34075"/>
            <a:lumOff val="1237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925" tIns="34925" rIns="34925" bIns="34925" numCol="1" spcCol="1270" anchor="t" anchorCtr="0">
          <a:noAutofit/>
        </a:bodyPr>
        <a:lstStyle/>
        <a:p>
          <a:pPr marL="0" lvl="0" indent="0" algn="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>
              <a:latin typeface="Times New Roman" pitchFamily="18" charset="0"/>
              <a:cs typeface="Times New Roman" pitchFamily="18" charset="0"/>
            </a:rPr>
            <a:t>Understanding project requirements</a:t>
          </a:r>
        </a:p>
        <a:p>
          <a:pPr marL="0" lvl="0" indent="0" algn="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>
              <a:latin typeface="Times New Roman" pitchFamily="18" charset="0"/>
              <a:cs typeface="Times New Roman" pitchFamily="18" charset="0"/>
            </a:rPr>
            <a:t>Learning basics of Face Recognition and AI</a:t>
          </a:r>
        </a:p>
        <a:p>
          <a:pPr marL="0" lvl="0" indent="0" algn="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>
              <a:latin typeface="Times New Roman" pitchFamily="18" charset="0"/>
              <a:cs typeface="Times New Roman" pitchFamily="18" charset="0"/>
            </a:rPr>
            <a:t>Studying Python, OpenCV, and Machine Learning concepts</a:t>
          </a:r>
        </a:p>
        <a:p>
          <a:pPr marL="0" lvl="0" indent="0" algn="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>
              <a:latin typeface="Times New Roman" pitchFamily="18" charset="0"/>
              <a:cs typeface="Times New Roman" pitchFamily="18" charset="0"/>
            </a:rPr>
            <a:t>Literature survey and problem identification</a:t>
          </a:r>
        </a:p>
      </dsp:txBody>
      <dsp:txXfrm>
        <a:off x="2225860" y="811639"/>
        <a:ext cx="1116055" cy="2434917"/>
      </dsp:txXfrm>
    </dsp:sp>
    <dsp:sp modelId="{65257024-FAC0-4522-B139-1CC85B547BE8}">
      <dsp:nvSpPr>
        <dsp:cNvPr id="0" name=""/>
        <dsp:cNvSpPr/>
      </dsp:nvSpPr>
      <dsp:spPr>
        <a:xfrm>
          <a:off x="2063594" y="405819"/>
          <a:ext cx="1278320" cy="405819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0" tIns="63500" rIns="63500" bIns="635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Review 1</a:t>
          </a:r>
        </a:p>
      </dsp:txBody>
      <dsp:txXfrm>
        <a:off x="2063594" y="405819"/>
        <a:ext cx="1278320" cy="40581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1/layout/InterconnectedBlockProcess">
  <dgm:title val="Interconnected Block Process"/>
  <dgm:desc val="Use to show sequential steps in a process. Works best with small amounts of Level 1 text and medium amounts of Level 2 text."/>
  <dgm:catLst>
    <dgm:cat type="process" pri="5500"/>
    <dgm:cat type="officeonline" pri="35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2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  <dgm:pt modelId="40">
          <dgm:prSet phldr="1"/>
        </dgm:pt>
        <dgm:pt modelId="4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2" destOrd="0"/>
        <dgm:cxn modelId="32" srcId="30" destId="31" srcOrd="0" destOrd="0"/>
        <dgm:cxn modelId="70" srcId="0" destId="40" srcOrd="2" destOrd="0"/>
        <dgm:cxn modelId="42" srcId="40" destId="41" srcOrd="0" destOrd="0"/>
      </dgm:cxnLst>
      <dgm:bg/>
      <dgm:whole/>
    </dgm:dataModel>
  </dgm:clrData>
  <dgm:layoutNode name="Name0">
    <dgm:varLst>
      <dgm:chMax val="7"/>
      <dgm:chPref val="5"/>
      <dgm:dir/>
      <dgm:animOne val="branch"/>
      <dgm:animLvl val="lvl"/>
    </dgm:varLst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" ptType="node" func="cnt" op="equ" val="1">
            <dgm:alg type="composite">
              <dgm:param type="ar" val="0.45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ChildAccent1" refType="w" fact="0"/>
              <dgm:constr type="t" for="ch" forName="ChildAccent1" refType="h" fact="0.1429"/>
              <dgm:constr type="w" for="ch" forName="ChildAccent1" refType="w"/>
              <dgm:constr type="h" for="ch" forName="ChildAccent1" refType="h" fact="0.8571"/>
              <dgm:constr type="l" for="ch" forName="Child1" refType="w" fact="0.127"/>
              <dgm:constr type="t" for="ch" forName="Child1" refType="h" fact="0.1429"/>
              <dgm:constr type="w" for="ch" forName="Child1" refType="w" fact="0.873"/>
              <dgm:constr type="h" for="ch" forName="Child1" refType="h" fact="0.8571"/>
              <dgm:constr type="l" for="ch" forName="Parent1" refType="w" fact="0"/>
              <dgm:constr type="t" for="ch" forName="Parent1" refType="h" fact="0"/>
              <dgm:constr type="w" for="ch" forName="Parent1" refType="w"/>
              <dgm:constr type="h" for="ch" forName="Parent1" refType="h" fact="0.1429"/>
            </dgm:constrLst>
          </dgm:if>
          <dgm:if name="Name5" axis="ch" ptType="node" func="cnt" op="equ" val="2">
            <dgm:alg type="composite">
              <dgm:param type="ar" val="0.812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l" for="ch" forName="ChildAccent1" refType="w" fact="0"/>
              <dgm:constr type="t" for="ch" forName="ChildAccent1" refType="h" fact="0.1613"/>
              <dgm:constr type="w" for="ch" forName="ChildAccent1" refType="w" fact="0.5"/>
              <dgm:constr type="h" for="ch" forName="ChildAccent1" refType="h" fact="0.7742"/>
              <dgm:constr type="l" for="ch" forName="Child1" refType="w" fact="0.0635"/>
              <dgm:constr type="t" for="ch" forName="Child1" refType="h" fact="0.1613"/>
              <dgm:constr type="w" for="ch" forName="Child1" refType="w" fact="0.4365"/>
              <dgm:constr type="h" for="ch" forName="Child1" refType="h" fact="0.7742"/>
              <dgm:constr type="l" for="ch" forName="Parent1" refType="w" fact="0"/>
              <dgm:constr type="t" for="ch" forName="Parent1" refType="h" fact="0.0323"/>
              <dgm:constr type="w" for="ch" forName="Parent1" refType="w" fact="0.5"/>
              <dgm:constr type="h" for="ch" forName="Parent1" refType="h" fact="0.129"/>
              <dgm:constr type="l" for="ch" forName="ChildAccent2" refType="w" fact="0.5"/>
              <dgm:constr type="t" for="ch" forName="ChildAccent2" refType="h" fact="0.1613"/>
              <dgm:constr type="w" for="ch" forName="ChildAccent2" refType="w" fact="0.5"/>
              <dgm:constr type="h" for="ch" forName="ChildAccent2" refType="h" fact="0.8387"/>
              <dgm:constr type="l" for="ch" forName="Child2" refType="w" fact="0.5635"/>
              <dgm:constr type="t" for="ch" forName="Child2" refType="h" fact="0.1613"/>
              <dgm:constr type="w" for="ch" forName="Child2" refType="w" fact="0.4365"/>
              <dgm:constr type="h" for="ch" forName="Child2" refType="h" fact="0.8387"/>
              <dgm:constr type="l" for="ch" forName="Parent2" refType="w" fact="0.5"/>
              <dgm:constr type="t" for="ch" forName="Parent2" refType="h" fact="0"/>
              <dgm:constr type="w" for="ch" forName="Parent2" refType="w" fact="0.5"/>
              <dgm:constr type="h" for="ch" forName="Parent2" refType="h" fact="0.1613"/>
            </dgm:constrLst>
          </dgm:if>
          <dgm:if name="Name6" axis="ch" ptType="node" func="cnt" op="equ" val="3">
            <dgm:alg type="composite">
              <dgm:param type="ar" val="1.112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ChildAccent1" refType="w" fact="0"/>
              <dgm:constr type="t" for="ch" forName="ChildAccent1" refType="h" fact="0.1757"/>
              <dgm:constr type="w" for="ch" forName="ChildAccent1" refType="w" fact="0.3333"/>
              <dgm:constr type="h" for="ch" forName="ChildAccent1" refType="h" fact="0.7066"/>
              <dgm:constr type="l" for="ch" forName="Child1" refType="w" fact="0.0423"/>
              <dgm:constr type="t" for="ch" forName="Child1" refType="h" fact="0.1757"/>
              <dgm:constr type="w" for="ch" forName="Child1" refType="w" fact="0.291"/>
              <dgm:constr type="h" for="ch" forName="Child1" refType="h" fact="0.7066"/>
              <dgm:constr type="l" for="ch" forName="Parent1" refType="w" fact="0"/>
              <dgm:constr type="t" for="ch" forName="Parent1" refType="h" fact="0.0579"/>
              <dgm:constr type="w" for="ch" forName="Parent1" refType="w" fact="0.3333"/>
              <dgm:constr type="h" for="ch" forName="Parent1" refType="h" fact="0.1178"/>
              <dgm:constr type="l" for="ch" forName="ChildAccent2" refType="w" fact="0.3333"/>
              <dgm:constr type="t" for="ch" forName="ChildAccent2" refType="h" fact="0.1757"/>
              <dgm:constr type="w" for="ch" forName="ChildAccent2" refType="w" fact="0.3333"/>
              <dgm:constr type="h" for="ch" forName="ChildAccent2" refType="h" fact="0.7655"/>
              <dgm:constr type="l" for="ch" forName="Child2" refType="w" fact="0.3756"/>
              <dgm:constr type="t" for="ch" forName="Child2" refType="h" fact="0.1757"/>
              <dgm:constr type="w" for="ch" forName="Child2" refType="w" fact="0.291"/>
              <dgm:constr type="h" for="ch" forName="Child2" refType="h" fact="0.7655"/>
              <dgm:constr type="l" for="ch" forName="Parent2" refType="w" fact="0.3333"/>
              <dgm:constr type="t" for="ch" forName="Parent2" refType="h" fact="0.0285"/>
              <dgm:constr type="w" for="ch" forName="Parent2" refType="w" fact="0.3333"/>
              <dgm:constr type="h" for="ch" forName="Parent2" refType="h" fact="0.1472"/>
              <dgm:constr type="l" for="ch" forName="ChildAccent3" refType="w" fact="0.6667"/>
              <dgm:constr type="t" for="ch" forName="ChildAccent3" refType="h" fact="0.1757"/>
              <dgm:constr type="w" for="ch" forName="ChildAccent3" refType="w" fact="0.3333"/>
              <dgm:constr type="h" for="ch" forName="ChildAccent3" refType="h" fact="0.8243"/>
              <dgm:constr type="l" for="ch" forName="Child3" refType="w" fact="0.709"/>
              <dgm:constr type="t" for="ch" forName="Child3" refType="h" fact="0.1757"/>
              <dgm:constr type="w" for="ch" forName="Child3" refType="w" fact="0.291"/>
              <dgm:constr type="h" for="ch" forName="Child3" refType="h" fact="0.8243"/>
              <dgm:constr type="l" for="ch" forName="Parent3" refType="w" fact="0.6667"/>
              <dgm:constr type="t" for="ch" forName="Parent3" refType="h" fact="0"/>
              <dgm:constr type="w" for="ch" forName="Parent3" refType="w" fact="0.3333"/>
              <dgm:constr type="h" for="ch" forName="Parent3" refType="h" fact="0.176"/>
            </dgm:constrLst>
          </dgm:if>
          <dgm:if name="Name7" axis="ch" ptType="node" func="cnt" op="equ" val="4">
            <dgm:alg type="composite">
              <dgm:param type="ar" val="1.3622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ChildAccent1" refType="w" fact="0"/>
              <dgm:constr type="t" for="ch" forName="ChildAccent1" refType="h" fact="0.1892"/>
              <dgm:constr type="w" for="ch" forName="ChildAccent1" refType="w" fact="0.25"/>
              <dgm:constr type="h" for="ch" forName="ChildAccent1" refType="h" fact="0.6486"/>
              <dgm:constr type="l" for="ch" forName="Child1" refType="w" fact="0.0317"/>
              <dgm:constr type="t" for="ch" forName="Child1" refType="h" fact="0.1892"/>
              <dgm:constr type="w" for="ch" forName="Child1" refType="w" fact="0.2183"/>
              <dgm:constr type="h" for="ch" forName="Child1" refType="h" fact="0.6486"/>
              <dgm:constr type="l" for="ch" forName="Parent1" refType="w" fact="0"/>
              <dgm:constr type="t" for="ch" forName="Parent1" refType="h" fact="0.0811"/>
              <dgm:constr type="w" for="ch" forName="Parent1" refType="w" fact="0.25"/>
              <dgm:constr type="h" for="ch" forName="Parent1" refType="h" fact="0.1081"/>
              <dgm:constr type="l" for="ch" forName="ChildAccent2" refType="w" fact="0.25"/>
              <dgm:constr type="t" for="ch" forName="ChildAccent2" refType="h" fact="0.1892"/>
              <dgm:constr type="w" for="ch" forName="ChildAccent2" refType="w" fact="0.25"/>
              <dgm:constr type="h" for="ch" forName="ChildAccent2" refType="h" fact="0.7027"/>
              <dgm:constr type="l" for="ch" forName="Child2" refType="w" fact="0.2817"/>
              <dgm:constr type="t" for="ch" forName="Child2" refType="h" fact="0.1892"/>
              <dgm:constr type="w" for="ch" forName="Child2" refType="w" fact="0.2183"/>
              <dgm:constr type="h" for="ch" forName="Child2" refType="h" fact="0.7027"/>
              <dgm:constr type="l" for="ch" forName="Parent2" refType="w" fact="0.25"/>
              <dgm:constr type="t" for="ch" forName="Parent2" refType="h" fact="0.0541"/>
              <dgm:constr type="w" for="ch" forName="Parent2" refType="w" fact="0.25"/>
              <dgm:constr type="h" for="ch" forName="Parent2" refType="h" fact="0.1351"/>
              <dgm:constr type="l" for="ch" forName="ChildAccent3" refType="w" fact="0.5"/>
              <dgm:constr type="t" for="ch" forName="ChildAccent3" refType="h" fact="0.1892"/>
              <dgm:constr type="w" for="ch" forName="ChildAccent3" refType="w" fact="0.25"/>
              <dgm:constr type="h" for="ch" forName="ChildAccent3" refType="h" fact="0.7568"/>
              <dgm:constr type="l" for="ch" forName="Child3" refType="w" fact="0.5317"/>
              <dgm:constr type="t" for="ch" forName="Child3" refType="h" fact="0.1892"/>
              <dgm:constr type="w" for="ch" forName="Child3" refType="w" fact="0.2183"/>
              <dgm:constr type="h" for="ch" forName="Child3" refType="h" fact="0.7568"/>
              <dgm:constr type="l" for="ch" forName="Parent3" refType="w" fact="0.5"/>
              <dgm:constr type="t" for="ch" forName="Parent3" refType="h" fact="0.0275"/>
              <dgm:constr type="w" for="ch" forName="Parent3" refType="w" fact="0.25"/>
              <dgm:constr type="h" for="ch" forName="Parent3" refType="h" fact="0.1622"/>
              <dgm:constr type="l" for="ch" forName="ChildAccent4" refType="w" fact="0.75"/>
              <dgm:constr type="t" for="ch" forName="ChildAccent4" refType="h" fact="0.1892"/>
              <dgm:constr type="w" for="ch" forName="ChildAccent4" refType="w" fact="0.25"/>
              <dgm:constr type="h" for="ch" forName="ChildAccent4" refType="h" fact="0.8108"/>
              <dgm:constr type="l" for="ch" forName="Child4" refType="w" fact="0.7817"/>
              <dgm:constr type="t" for="ch" forName="Child4" refType="h" fact="0.1892"/>
              <dgm:constr type="w" for="ch" forName="Child4" refType="w" fact="0.2183"/>
              <dgm:constr type="h" for="ch" forName="Child4" refType="h" fact="0.8108"/>
              <dgm:constr type="l" for="ch" forName="Parent4" refType="w" fact="0.75"/>
              <dgm:constr type="t" for="ch" forName="Parent4" refType="h" fact="0"/>
              <dgm:constr type="w" for="ch" forName="Parent4" refType="w" fact="0.25"/>
              <dgm:constr type="h" for="ch" forName="Parent4" refType="h" fact="0.1892"/>
            </dgm:constrLst>
          </dgm:if>
          <dgm:if name="Name8" axis="ch" ptType="node" func="cnt" op="equ" val="5">
            <dgm:alg type="composite">
              <dgm:param type="ar" val="1.5742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ChildAccent1" refType="w" fact="0"/>
              <dgm:constr type="t" for="ch" forName="ChildAccent1" refType="h" fact="0.2"/>
              <dgm:constr type="w" for="ch" forName="ChildAccent1" refType="w" fact="0.2001"/>
              <dgm:constr type="h" for="ch" forName="ChildAccent1" refType="h" fact="0.6"/>
              <dgm:constr type="l" for="ch" forName="Child1" refType="w" fact="0.0254"/>
              <dgm:constr type="t" for="ch" forName="Child1" refType="h" fact="0.2"/>
              <dgm:constr type="w" for="ch" forName="Child1" refType="w" fact="0.1747"/>
              <dgm:constr type="h" for="ch" forName="Child1" refType="h" fact="0.6"/>
              <dgm:constr type="l" for="ch" forName="Parent1" refType="w" fact="0"/>
              <dgm:constr type="t" for="ch" forName="Parent1" refType="h" fact="0.1"/>
              <dgm:constr type="w" for="ch" forName="Parent1" refType="w" fact="0.2001"/>
              <dgm:constr type="h" for="ch" forName="Parent1" refType="h" fact="0.1"/>
              <dgm:constr type="l" for="ch" forName="ChildAccent2" refType="w" fact="0.2001"/>
              <dgm:constr type="t" for="ch" forName="ChildAccent2" refType="h" fact="0.2"/>
              <dgm:constr type="w" for="ch" forName="ChildAccent2" refType="w" fact="0.2001"/>
              <dgm:constr type="h" for="ch" forName="ChildAccent2" refType="h" fact="0.65"/>
              <dgm:constr type="l" for="ch" forName="Child2" refType="w" fact="0.2255"/>
              <dgm:constr type="t" for="ch" forName="Child2" refType="h" fact="0.2"/>
              <dgm:constr type="w" for="ch" forName="Child2" refType="w" fact="0.1747"/>
              <dgm:constr type="h" for="ch" forName="Child2" refType="h" fact="0.65"/>
              <dgm:constr type="l" for="ch" forName="Parent2" refType="w" fact="0.2001"/>
              <dgm:constr type="t" for="ch" forName="Parent2" refType="h" fact="0.075"/>
              <dgm:constr type="w" for="ch" forName="Parent2" refType="w" fact="0.2001"/>
              <dgm:constr type="h" for="ch" forName="Parent2" refType="h" fact="0.125"/>
              <dgm:constr type="l" for="ch" forName="ChildAccent3" refType="w" fact="0.4002"/>
              <dgm:constr type="t" for="ch" forName="ChildAccent3" refType="h" fact="0.2"/>
              <dgm:constr type="w" for="ch" forName="ChildAccent3" refType="w" fact="0.2001"/>
              <dgm:constr type="h" for="ch" forName="ChildAccent3" refType="h" fact="0.7"/>
              <dgm:constr type="l" for="ch" forName="Child3" refType="w" fact="0.4256"/>
              <dgm:constr type="t" for="ch" forName="Child3" refType="h" fact="0.2"/>
              <dgm:constr type="w" for="ch" forName="Child3" refType="w" fact="0.1747"/>
              <dgm:constr type="h" for="ch" forName="Child3" refType="h" fact="0.7"/>
              <dgm:constr type="l" for="ch" forName="Parent3" refType="w" fact="0.4002"/>
              <dgm:constr type="t" for="ch" forName="Parent3" refType="h" fact="0.0508"/>
              <dgm:constr type="w" for="ch" forName="Parent3" refType="w" fact="0.2001"/>
              <dgm:constr type="h" for="ch" forName="Parent3" refType="h" fact="0.15"/>
              <dgm:constr type="l" for="ch" forName="ChildAccent4" refType="w" fact="0.6003"/>
              <dgm:constr type="t" for="ch" forName="ChildAccent4" refType="h" fact="0.2"/>
              <dgm:constr type="w" for="ch" forName="ChildAccent4" refType="w" fact="0.2001"/>
              <dgm:constr type="h" for="ch" forName="ChildAccent4" refType="h" fact="0.75"/>
              <dgm:constr type="l" for="ch" forName="Child4" refType="w" fact="0.6257"/>
              <dgm:constr type="t" for="ch" forName="Child4" refType="h" fact="0.2"/>
              <dgm:constr type="w" for="ch" forName="Child4" refType="w" fact="0.1747"/>
              <dgm:constr type="h" for="ch" forName="Child4" refType="h" fact="0.75"/>
              <dgm:constr type="l" for="ch" forName="Parent4" refType="w" fact="0.6003"/>
              <dgm:constr type="t" for="ch" forName="Parent4" refType="h" fact="0.025"/>
              <dgm:constr type="w" for="ch" forName="Parent4" refType="w" fact="0.2001"/>
              <dgm:constr type="h" for="ch" forName="Parent4" refType="h" fact="0.175"/>
              <dgm:constr type="l" for="ch" forName="ChildAccent5" refType="w" fact="0.7999"/>
              <dgm:constr type="t" for="ch" forName="ChildAccent5" refType="h" fact="0.2"/>
              <dgm:constr type="w" for="ch" forName="ChildAccent5" refType="w" fact="0.2001"/>
              <dgm:constr type="h" for="ch" forName="ChildAccent5" refType="h" fact="0.8"/>
              <dgm:constr type="l" for="ch" forName="Child5" refType="w" fact="0.8253"/>
              <dgm:constr type="t" for="ch" forName="Child5" refType="h" fact="0.2"/>
              <dgm:constr type="w" for="ch" forName="Child5" refType="w" fact="0.1747"/>
              <dgm:constr type="h" for="ch" forName="Child5" refType="h" fact="0.8"/>
              <dgm:constr type="l" for="ch" forName="Parent5" refType="w" fact="0.7999"/>
              <dgm:constr type="t" for="ch" forName="Parent5" refType="h" fact="0"/>
              <dgm:constr type="w" for="ch" forName="Parent5" refType="w" fact="0.2001"/>
              <dgm:constr type="h" for="ch" forName="Parent5" refType="h" fact="0.2"/>
            </dgm:constrLst>
          </dgm:if>
          <dgm:if name="Name9" axis="ch" ptType="node" func="cnt" op="equ" val="6">
            <dgm:alg type="composite">
              <dgm:param type="ar" val="1.756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l" for="ch" forName="ChildAccent1" refType="w" fact="0"/>
              <dgm:constr type="t" for="ch" forName="ChildAccent1" refType="h" fact="0.2087"/>
              <dgm:constr type="w" for="ch" forName="ChildAccent1" refType="w" fact="0.167"/>
              <dgm:constr type="h" for="ch" forName="ChildAccent1" refType="h" fact="0.5586"/>
              <dgm:constr type="l" for="ch" forName="Child1" refType="w" fact="0.0212"/>
              <dgm:constr type="t" for="ch" forName="Child1" refType="h" fact="0.2087"/>
              <dgm:constr type="w" for="ch" forName="Child1" refType="w" fact="0.1458"/>
              <dgm:constr type="h" for="ch" forName="Child1" refType="h" fact="0.5586"/>
              <dgm:constr type="l" for="ch" forName="Parent1" refType="w" fact="0"/>
              <dgm:constr type="t" for="ch" forName="Parent1" refType="h" fact="0.1156"/>
              <dgm:constr type="w" for="ch" forName="Parent1" refType="w" fact="0.167"/>
              <dgm:constr type="h" for="ch" forName="Parent1" refType="h" fact="0.0931"/>
              <dgm:constr type="l" for="ch" forName="ChildAccent2" refType="w" fact="0.167"/>
              <dgm:constr type="t" for="ch" forName="ChildAccent2" refType="h" fact="0.2087"/>
              <dgm:constr type="w" for="ch" forName="ChildAccent2" refType="w" fact="0.167"/>
              <dgm:constr type="h" for="ch" forName="ChildAccent2" refType="h" fact="0.6051"/>
              <dgm:constr type="l" for="ch" forName="Child2" refType="w" fact="0.1888"/>
              <dgm:constr type="t" for="ch" forName="Child2" refType="h" fact="0.2087"/>
              <dgm:constr type="w" for="ch" forName="Child2" refType="w" fact="0.1458"/>
              <dgm:constr type="h" for="ch" forName="Child2" refType="h" fact="0.6051"/>
              <dgm:constr type="l" for="ch" forName="Parent2" refType="w" fact="0.167"/>
              <dgm:constr type="t" for="ch" forName="Parent2" refType="h" fact="0.0923"/>
              <dgm:constr type="w" for="ch" forName="Parent2" refType="w" fact="0.167"/>
              <dgm:constr type="h" for="ch" forName="Parent2" refType="h" fact="0.1164"/>
              <dgm:constr type="l" for="ch" forName="ChildAccent3" refType="w" fact="0.3339"/>
              <dgm:constr type="t" for="ch" forName="ChildAccent3" refType="h" fact="0.2087"/>
              <dgm:constr type="w" for="ch" forName="ChildAccent3" refType="w" fact="0.167"/>
              <dgm:constr type="h" for="ch" forName="ChildAccent3" refType="h" fact="0.6517"/>
              <dgm:constr type="l" for="ch" forName="Child3" refType="w" fact="0.3551"/>
              <dgm:constr type="t" for="ch" forName="Child3" refType="h" fact="0.2087"/>
              <dgm:constr type="w" for="ch" forName="Child3" refType="w" fact="0.1458"/>
              <dgm:constr type="h" for="ch" forName="Child3" refType="h" fact="0.6517"/>
              <dgm:constr type="l" for="ch" forName="Parent3" refType="w" fact="0.3339"/>
              <dgm:constr type="t" for="ch" forName="Parent3" refType="h" fact="0.0698"/>
              <dgm:constr type="w" for="ch" forName="Parent3" refType="w" fact="0.167"/>
              <dgm:constr type="h" for="ch" forName="Parent3" refType="h" fact="0.1396"/>
              <dgm:constr type="l" for="ch" forName="ChildAccent4" refType="w" fact="0.5009"/>
              <dgm:constr type="t" for="ch" forName="ChildAccent4" refType="h" fact="0.2087"/>
              <dgm:constr type="w" for="ch" forName="ChildAccent4" refType="w" fact="0.167"/>
              <dgm:constr type="h" for="ch" forName="ChildAccent4" refType="h" fact="0.6982"/>
              <dgm:constr type="l" for="ch" forName="Child4" refType="w" fact="0.5221"/>
              <dgm:constr type="t" for="ch" forName="Child4" refType="h" fact="0.2087"/>
              <dgm:constr type="w" for="ch" forName="Child4" refType="w" fact="0.1458"/>
              <dgm:constr type="h" for="ch" forName="Child4" refType="h" fact="0.6982"/>
              <dgm:constr type="l" for="ch" forName="Parent4" refType="w" fact="0.501"/>
              <dgm:constr type="t" for="ch" forName="Parent4" refType="h" fact="0.0458"/>
              <dgm:constr type="w" for="ch" forName="Parent4" refType="w" fact="0.167"/>
              <dgm:constr type="h" for="ch" forName="Parent4" refType="h" fact="0.1629"/>
              <dgm:constr type="l" for="ch" forName="ChildAccent5" refType="w" fact="0.6674"/>
              <dgm:constr type="t" for="ch" forName="ChildAccent5" refType="h" fact="0.2087"/>
              <dgm:constr type="w" for="ch" forName="ChildAccent5" refType="w" fact="0.167"/>
              <dgm:constr type="h" for="ch" forName="ChildAccent5" refType="h" fact="0.7448"/>
              <dgm:constr type="l" for="ch" forName="Child5" refType="w" fact="0.6886"/>
              <dgm:constr type="t" for="ch" forName="Child5" refType="h" fact="0.2087"/>
              <dgm:constr type="w" for="ch" forName="Child5" refType="w" fact="0.1458"/>
              <dgm:constr type="h" for="ch" forName="Child5" refType="h" fact="0.7448"/>
              <dgm:constr type="l" for="ch" forName="Parent5" refType="w" fact="0.668"/>
              <dgm:constr type="t" for="ch" forName="Parent5" refType="h" fact="0.0225"/>
              <dgm:constr type="w" for="ch" forName="Parent5" refType="w" fact="0.167"/>
              <dgm:constr type="h" for="ch" forName="Parent5" refType="h" fact="0.1862"/>
              <dgm:constr type="l" for="ch" forName="ChildAccent6" refType="w" fact="0.833"/>
              <dgm:constr type="t" for="ch" forName="ChildAccent6" refType="h" fact="0.2087"/>
              <dgm:constr type="w" for="ch" forName="ChildAccent6" refType="w" fact="0.167"/>
              <dgm:constr type="h" for="ch" forName="ChildAccent6" refType="h" fact="0.7913"/>
              <dgm:constr type="l" for="ch" forName="Child6" refType="w" fact="0.8542"/>
              <dgm:constr type="t" for="ch" forName="Child6" refType="h" fact="0.2087"/>
              <dgm:constr type="w" for="ch" forName="Child6" refType="w" fact="0.1458"/>
              <dgm:constr type="h" for="ch" forName="Child6" refType="h" fact="0.7913"/>
              <dgm:constr type="l" for="ch" forName="Parent6" refType="w" fact="0.835"/>
              <dgm:constr type="t" for="ch" forName="Parent6" refType="h" fact="0"/>
              <dgm:constr type="w" for="ch" forName="Parent6" refType="w" fact="0.165"/>
              <dgm:constr type="h" for="ch" forName="Parent6" refType="h" fact="0.2095"/>
            </dgm:constrLst>
          </dgm:if>
          <dgm:else name="Name10">
            <dgm:alg type="composite">
              <dgm:param type="ar" val="1.9137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l" for="ch" forName="ChildAccent1" refType="w" fact="0"/>
              <dgm:constr type="t" for="ch" forName="ChildAccent1" refType="h" fact="0.2168"/>
              <dgm:constr type="w" for="ch" forName="ChildAccent1" refType="w" fact="0.1432"/>
              <dgm:constr type="h" for="ch" forName="ChildAccent1" refType="h" fact="0.5221"/>
              <dgm:constr type="l" for="ch" forName="Child1" refType="w" fact="0.0182"/>
              <dgm:constr type="t" for="ch" forName="Child1" refType="h" fact="0.2168"/>
              <dgm:constr type="w" for="ch" forName="Child1" refType="w" fact="0.125"/>
              <dgm:constr type="h" for="ch" forName="Child1" refType="h" fact="0.5221"/>
              <dgm:constr type="l" for="ch" forName="Parent1" refType="w" fact="0"/>
              <dgm:constr type="t" for="ch" forName="Parent1" refType="h" fact="0.1298"/>
              <dgm:constr type="w" for="ch" forName="Parent1" refType="w" fact="0.1432"/>
              <dgm:constr type="h" for="ch" forName="Parent1" refType="h" fact="0.087"/>
              <dgm:constr type="l" for="ch" forName="ChildAccent2" refType="w" fact="0.1432"/>
              <dgm:constr type="t" for="ch" forName="ChildAccent2" refType="h" fact="0.2168"/>
              <dgm:constr type="w" for="ch" forName="ChildAccent2" refType="w" fact="0.1432"/>
              <dgm:constr type="h" for="ch" forName="ChildAccent2" refType="h" fact="0.5656"/>
              <dgm:constr type="l" for="ch" forName="Child2" refType="w" fact="0.1614"/>
              <dgm:constr type="t" for="ch" forName="Child2" refType="h" fact="0.2168"/>
              <dgm:constr type="w" for="ch" forName="Child2" refType="w" fact="0.125"/>
              <dgm:constr type="h" for="ch" forName="Child2" refType="h" fact="0.5656"/>
              <dgm:constr type="l" for="ch" forName="Parent2" refType="w" fact="0.1432"/>
              <dgm:constr type="t" for="ch" forName="Parent2" refType="h" fact="0.108"/>
              <dgm:constr type="w" for="ch" forName="Parent2" refType="w" fact="0.1432"/>
              <dgm:constr type="h" for="ch" forName="Parent2" refType="h" fact="0.1088"/>
              <dgm:constr type="l" for="ch" forName="ChildAccent3" refType="w" fact="0.2865"/>
              <dgm:constr type="t" for="ch" forName="ChildAccent3" refType="h" fact="0.2168"/>
              <dgm:constr type="w" for="ch" forName="ChildAccent3" refType="w" fact="0.1432"/>
              <dgm:constr type="h" for="ch" forName="ChildAccent3" refType="h" fact="0.6091"/>
              <dgm:constr type="l" for="ch" forName="Child3" refType="w" fact="0.3047"/>
              <dgm:constr type="t" for="ch" forName="Child3" refType="h" fact="0.2168"/>
              <dgm:constr type="w" for="ch" forName="Child3" refType="w" fact="0.125"/>
              <dgm:constr type="h" for="ch" forName="Child3" refType="h" fact="0.6091"/>
              <dgm:constr type="l" for="ch" forName="Parent3" refType="w" fact="0.2865"/>
              <dgm:constr type="t" for="ch" forName="Parent3" refType="h" fact="0.087"/>
              <dgm:constr type="w" for="ch" forName="Parent3" refType="w" fact="0.1432"/>
              <dgm:constr type="h" for="ch" forName="Parent3" refType="h" fact="0.1305"/>
              <dgm:constr type="l" for="ch" forName="ChildAccent4" refType="w" fact="0.4297"/>
              <dgm:constr type="t" for="ch" forName="ChildAccent4" refType="h" fact="0.2168"/>
              <dgm:constr type="w" for="ch" forName="ChildAccent4" refType="w" fact="0.1432"/>
              <dgm:constr type="h" for="ch" forName="ChildAccent4" refType="h" fact="0.6526"/>
              <dgm:constr type="l" for="ch" forName="Child4" refType="w" fact="0.4479"/>
              <dgm:constr type="t" for="ch" forName="Child4" refType="h" fact="0.2168"/>
              <dgm:constr type="w" for="ch" forName="Child4" refType="w" fact="0.125"/>
              <dgm:constr type="h" for="ch" forName="Child4" refType="h" fact="0.6526"/>
              <dgm:constr type="l" for="ch" forName="Parent4" refType="w" fact="0.4297"/>
              <dgm:constr type="t" for="ch" forName="Parent4" refType="h" fact="0.0645"/>
              <dgm:constr type="w" for="ch" forName="Parent4" refType="w" fact="0.1432"/>
              <dgm:constr type="h" for="ch" forName="Parent4" refType="h" fact="0.1523"/>
              <dgm:constr type="l" for="ch" forName="ChildAccent5" refType="w" fact="0.5726"/>
              <dgm:constr type="t" for="ch" forName="ChildAccent5" refType="h" fact="0.2168"/>
              <dgm:constr type="w" for="ch" forName="ChildAccent5" refType="w" fact="0.1432"/>
              <dgm:constr type="h" for="ch" forName="ChildAccent5" refType="h" fact="0.6962"/>
              <dgm:constr type="l" for="ch" forName="Child5" refType="w" fact="0.5908"/>
              <dgm:constr type="t" for="ch" forName="Child5" refType="h" fact="0.2168"/>
              <dgm:constr type="w" for="ch" forName="Child5" refType="w" fact="0.125"/>
              <dgm:constr type="h" for="ch" forName="Child5" refType="h" fact="0.6962"/>
              <dgm:constr type="l" for="ch" forName="Parent5" refType="w" fact="0.5726"/>
              <dgm:constr type="t" for="ch" forName="Parent5" refType="h" fact="0.0428"/>
              <dgm:constr type="w" for="ch" forName="Parent5" refType="w" fact="0.1432"/>
              <dgm:constr type="h" for="ch" forName="Parent5" refType="h" fact="0.174"/>
              <dgm:constr type="l" for="ch" forName="ChildAccent6" refType="w" fact="0.7147"/>
              <dgm:constr type="t" for="ch" forName="ChildAccent6" refType="h" fact="0.2168"/>
              <dgm:constr type="w" for="ch" forName="ChildAccent6" refType="w" fact="0.1432"/>
              <dgm:constr type="h" for="ch" forName="ChildAccent6" refType="h" fact="0.7397"/>
              <dgm:constr type="l" for="ch" forName="Child6" refType="w" fact="0.7329"/>
              <dgm:constr type="t" for="ch" forName="Child6" refType="h" fact="0.2168"/>
              <dgm:constr type="w" for="ch" forName="Child6" refType="w" fact="0.125"/>
              <dgm:constr type="h" for="ch" forName="Child6" refType="h" fact="0.7397"/>
              <dgm:constr type="l" for="ch" forName="Parent6" refType="w" fact="0.716"/>
              <dgm:constr type="t" for="ch" forName="Parent6" refType="h" fact="0.0217"/>
              <dgm:constr type="w" for="ch" forName="Parent6" refType="w" fact="0.1424"/>
              <dgm:constr type="h" for="ch" forName="Parent6" refType="h" fact="0.1958"/>
              <dgm:constr type="l" for="ch" forName="ChildAccent7" refType="w" fact="0.8568"/>
              <dgm:constr type="t" for="ch" forName="ChildAccent7" refType="h" fact="0.2168"/>
              <dgm:constr type="w" for="ch" forName="ChildAccent7" refType="w" fact="0.1432"/>
              <dgm:constr type="h" for="ch" forName="ChildAccent7" refType="h" fact="0.7832"/>
              <dgm:constr type="l" for="ch" forName="Child7" refType="w" fact="0.875"/>
              <dgm:constr type="t" for="ch" forName="Child7" refType="h" fact="0.2168"/>
              <dgm:constr type="w" for="ch" forName="Child7" refType="w" fact="0.125"/>
              <dgm:constr type="h" for="ch" forName="Child7" refType="h" fact="0.7832"/>
              <dgm:constr type="l" for="ch" forName="Parent7" refType="w" fact="0.8577"/>
              <dgm:constr type="t" for="ch" forName="Parent7" refType="h" fact="0"/>
              <dgm:constr type="w" for="ch" forName="Parent7" refType="w" fact="0.1423"/>
              <dgm:constr type="h" for="ch" forName="Parent7" refType="h" fact="0.2175"/>
            </dgm:constrLst>
          </dgm:else>
        </dgm:choose>
      </dgm:if>
      <dgm:else name="Name11">
        <dgm:choose name="Name12">
          <dgm:if name="Name13" axis="ch" ptType="node" func="cnt" op="equ" val="1">
            <dgm:alg type="composite">
              <dgm:param type="ar" val="0.45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ChildAccent1" refType="w" fact="0"/>
              <dgm:constr type="t" for="ch" forName="ChildAccent1" refType="h" fact="0.1429"/>
              <dgm:constr type="w" for="ch" forName="ChildAccent1" refType="w"/>
              <dgm:constr type="h" for="ch" forName="ChildAccent1" refType="h" fact="0.8571"/>
              <dgm:constr type="l" for="ch" forName="Child1" refType="w" fact="0"/>
              <dgm:constr type="t" for="ch" forName="Child1" refType="h" fact="0.1429"/>
              <dgm:constr type="w" for="ch" forName="Child1" refType="w" fact="0.873"/>
              <dgm:constr type="h" for="ch" forName="Child1" refType="h" fact="0.8571"/>
              <dgm:constr type="l" for="ch" forName="Parent1" refType="w" fact="0"/>
              <dgm:constr type="t" for="ch" forName="Parent1" refType="h" fact="0"/>
              <dgm:constr type="w" for="ch" forName="Parent1" refType="w"/>
              <dgm:constr type="h" for="ch" forName="Parent1" refType="h" fact="0.1429"/>
            </dgm:constrLst>
          </dgm:if>
          <dgm:if name="Name14" axis="ch" ptType="node" func="cnt" op="equ" val="2">
            <dgm:alg type="composite">
              <dgm:param type="ar" val="0.812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l" for="ch" forName="Child2" refType="w" fact="0"/>
              <dgm:constr type="t" for="ch" forName="Child2" refType="h" fact="0.1613"/>
              <dgm:constr type="w" for="ch" forName="Child2" refType="w" fact="0.4365"/>
              <dgm:constr type="h" for="ch" forName="Child2" refType="h" fact="0.8387"/>
              <dgm:constr type="l" for="ch" forName="Child1" refType="w" fact="0.5"/>
              <dgm:constr type="t" for="ch" forName="Child1" refType="h" fact="0.1613"/>
              <dgm:constr type="w" for="ch" forName="Child1" refType="w" fact="0.4365"/>
              <dgm:constr type="h" for="ch" forName="Child1" refType="h" fact="0.7742"/>
              <dgm:constr type="l" for="ch" forName="ChildAccent1" refType="w" fact="0.5"/>
              <dgm:constr type="t" for="ch" forName="ChildAccent1" refType="h" fact="0.1613"/>
              <dgm:constr type="w" for="ch" forName="ChildAccent1" refType="w" fact="0.5"/>
              <dgm:constr type="h" for="ch" forName="ChildAccent1" refType="h" fact="0.7742"/>
              <dgm:constr type="l" for="ch" forName="Parent1" refType="w" fact="0.5"/>
              <dgm:constr type="t" for="ch" forName="Parent1" refType="h" fact="0.0323"/>
              <dgm:constr type="w" for="ch" forName="Parent1" refType="w" fact="0.5"/>
              <dgm:constr type="h" for="ch" forName="Parent1" refType="h" fact="0.129"/>
              <dgm:constr type="l" for="ch" forName="ChildAccent2" refType="w" fact="0"/>
              <dgm:constr type="t" for="ch" forName="ChildAccent2" refType="h" fact="0.1613"/>
              <dgm:constr type="w" for="ch" forName="ChildAccent2" refType="w" fact="0.5"/>
              <dgm:constr type="h" for="ch" forName="ChildAccent2" refType="h" fact="0.8387"/>
              <dgm:constr type="l" for="ch" forName="Parent2" refType="w" fact="0"/>
              <dgm:constr type="t" for="ch" forName="Parent2" refType="h" fact="0"/>
              <dgm:constr type="w" for="ch" forName="Parent2" refType="w" fact="0.5"/>
              <dgm:constr type="h" for="ch" forName="Parent2" refType="h" fact="0.1613"/>
            </dgm:constrLst>
          </dgm:if>
          <dgm:if name="Name15" axis="ch" ptType="node" func="cnt" op="equ" val="3">
            <dgm:alg type="composite">
              <dgm:param type="ar" val="1.112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Child3" refType="w" fact="0"/>
              <dgm:constr type="t" for="ch" forName="Child3" refType="h" fact="0.1757"/>
              <dgm:constr type="w" for="ch" forName="Child3" refType="w" fact="0.291"/>
              <dgm:constr type="h" for="ch" forName="Child3" refType="h" fact="0.8243"/>
              <dgm:constr type="l" for="ch" forName="Child2" refType="w" fact="0.3333"/>
              <dgm:constr type="t" for="ch" forName="Child2" refType="h" fact="0.1757"/>
              <dgm:constr type="w" for="ch" forName="Child2" refType="w" fact="0.291"/>
              <dgm:constr type="h" for="ch" forName="Child2" refType="h" fact="0.7655"/>
              <dgm:constr type="l" for="ch" forName="Child1" refType="w" fact="0.6667"/>
              <dgm:constr type="t" for="ch" forName="Child1" refType="h" fact="0.1757"/>
              <dgm:constr type="w" for="ch" forName="Child1" refType="w" fact="0.291"/>
              <dgm:constr type="h" for="ch" forName="Child1" refType="h" fact="0.7066"/>
              <dgm:constr type="l" for="ch" forName="ChildAccent1" refType="w" fact="0.6667"/>
              <dgm:constr type="t" for="ch" forName="ChildAccent1" refType="h" fact="0.1757"/>
              <dgm:constr type="w" for="ch" forName="ChildAccent1" refType="w" fact="0.3333"/>
              <dgm:constr type="h" for="ch" forName="ChildAccent1" refType="h" fact="0.7066"/>
              <dgm:constr type="l" for="ch" forName="Parent1" refType="w" fact="0.6667"/>
              <dgm:constr type="t" for="ch" forName="Parent1" refType="h" fact="0.0579"/>
              <dgm:constr type="w" for="ch" forName="Parent1" refType="w" fact="0.3333"/>
              <dgm:constr type="h" for="ch" forName="Parent1" refType="h" fact="0.1178"/>
              <dgm:constr type="l" for="ch" forName="ChildAccent2" refType="w" fact="0.3333"/>
              <dgm:constr type="t" for="ch" forName="ChildAccent2" refType="h" fact="0.1757"/>
              <dgm:constr type="w" for="ch" forName="ChildAccent2" refType="w" fact="0.3333"/>
              <dgm:constr type="h" for="ch" forName="ChildAccent2" refType="h" fact="0.7655"/>
              <dgm:constr type="l" for="ch" forName="Parent2" refType="w" fact="0.3333"/>
              <dgm:constr type="t" for="ch" forName="Parent2" refType="h" fact="0.0285"/>
              <dgm:constr type="w" for="ch" forName="Parent2" refType="w" fact="0.3333"/>
              <dgm:constr type="h" for="ch" forName="Parent2" refType="h" fact="0.1472"/>
              <dgm:constr type="l" for="ch" forName="ChildAccent3" refType="w" fact="0"/>
              <dgm:constr type="t" for="ch" forName="ChildAccent3" refType="h" fact="0.1757"/>
              <dgm:constr type="w" for="ch" forName="ChildAccent3" refType="w" fact="0.3333"/>
              <dgm:constr type="h" for="ch" forName="ChildAccent3" refType="h" fact="0.8243"/>
              <dgm:constr type="l" for="ch" forName="Parent3" refType="w" fact="0"/>
              <dgm:constr type="t" for="ch" forName="Parent3" refType="h" fact="0"/>
              <dgm:constr type="w" for="ch" forName="Parent3" refType="w" fact="0.3333"/>
              <dgm:constr type="h" for="ch" forName="Parent3" refType="h" fact="0.176"/>
            </dgm:constrLst>
          </dgm:if>
          <dgm:if name="Name16" axis="ch" ptType="node" func="cnt" op="equ" val="4">
            <dgm:alg type="composite">
              <dgm:param type="ar" val="1.3622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Child4" refType="w" fact="0"/>
              <dgm:constr type="t" for="ch" forName="Child4" refType="h" fact="0.1892"/>
              <dgm:constr type="w" for="ch" forName="Child4" refType="w" fact="0.2183"/>
              <dgm:constr type="h" for="ch" forName="Child4" refType="h" fact="0.8108"/>
              <dgm:constr type="l" for="ch" forName="Child3" refType="w" fact="0.25"/>
              <dgm:constr type="t" for="ch" forName="Child3" refType="h" fact="0.1892"/>
              <dgm:constr type="w" for="ch" forName="Child3" refType="w" fact="0.2183"/>
              <dgm:constr type="h" for="ch" forName="Child3" refType="h" fact="0.7568"/>
              <dgm:constr type="l" for="ch" forName="Child2" refType="w" fact="0.5"/>
              <dgm:constr type="t" for="ch" forName="Child2" refType="h" fact="0.1892"/>
              <dgm:constr type="w" for="ch" forName="Child2" refType="w" fact="0.2183"/>
              <dgm:constr type="h" for="ch" forName="Child2" refType="h" fact="0.7027"/>
              <dgm:constr type="l" for="ch" forName="Child1" refType="w" fact="0.75"/>
              <dgm:constr type="t" for="ch" forName="Child1" refType="h" fact="0.1892"/>
              <dgm:constr type="w" for="ch" forName="Child1" refType="w" fact="0.2183"/>
              <dgm:constr type="h" for="ch" forName="Child1" refType="h" fact="0.6486"/>
              <dgm:constr type="l" for="ch" forName="ChildAccent1" refType="w" fact="0.75"/>
              <dgm:constr type="t" for="ch" forName="ChildAccent1" refType="h" fact="0.1892"/>
              <dgm:constr type="w" for="ch" forName="ChildAccent1" refType="w" fact="0.25"/>
              <dgm:constr type="h" for="ch" forName="ChildAccent1" refType="h" fact="0.6486"/>
              <dgm:constr type="l" for="ch" forName="Parent1" refType="w" fact="0.75"/>
              <dgm:constr type="t" for="ch" forName="Parent1" refType="h" fact="0.0811"/>
              <dgm:constr type="w" for="ch" forName="Parent1" refType="w" fact="0.25"/>
              <dgm:constr type="h" for="ch" forName="Parent1" refType="h" fact="0.1081"/>
              <dgm:constr type="l" for="ch" forName="ChildAccent2" refType="w" fact="0.5"/>
              <dgm:constr type="t" for="ch" forName="ChildAccent2" refType="h" fact="0.1892"/>
              <dgm:constr type="w" for="ch" forName="ChildAccent2" refType="w" fact="0.25"/>
              <dgm:constr type="h" for="ch" forName="ChildAccent2" refType="h" fact="0.7027"/>
              <dgm:constr type="l" for="ch" forName="Parent2" refType="w" fact="0.5"/>
              <dgm:constr type="t" for="ch" forName="Parent2" refType="h" fact="0.0541"/>
              <dgm:constr type="w" for="ch" forName="Parent2" refType="w" fact="0.25"/>
              <dgm:constr type="h" for="ch" forName="Parent2" refType="h" fact="0.1351"/>
              <dgm:constr type="l" for="ch" forName="ChildAccent3" refType="w" fact="0.25"/>
              <dgm:constr type="t" for="ch" forName="ChildAccent3" refType="h" fact="0.1892"/>
              <dgm:constr type="w" for="ch" forName="ChildAccent3" refType="w" fact="0.25"/>
              <dgm:constr type="h" for="ch" forName="ChildAccent3" refType="h" fact="0.7568"/>
              <dgm:constr type="l" for="ch" forName="Parent3" refType="w" fact="0.25"/>
              <dgm:constr type="t" for="ch" forName="Parent3" refType="h" fact="0.0279"/>
              <dgm:constr type="w" for="ch" forName="Parent3" refType="w" fact="0.25"/>
              <dgm:constr type="h" for="ch" forName="Parent3" refType="h" fact="0.161"/>
              <dgm:constr type="l" for="ch" forName="ChildAccent4" refType="w" fact="0"/>
              <dgm:constr type="t" for="ch" forName="ChildAccent4" refType="h" fact="0.1892"/>
              <dgm:constr type="w" for="ch" forName="ChildAccent4" refType="w" fact="0.25"/>
              <dgm:constr type="h" for="ch" forName="ChildAccent4" refType="h" fact="0.8108"/>
              <dgm:constr type="l" for="ch" forName="Parent4" refType="w" fact="0"/>
              <dgm:constr type="t" for="ch" forName="Parent4" refType="h" fact="0"/>
              <dgm:constr type="w" for="ch" forName="Parent4" refType="w" fact="0.25"/>
              <dgm:constr type="h" for="ch" forName="Parent4" refType="h" fact="0.1892"/>
            </dgm:constrLst>
          </dgm:if>
          <dgm:if name="Name17" axis="ch" ptType="node" func="cnt" op="equ" val="5">
            <dgm:alg type="composite">
              <dgm:param type="ar" val="1.5742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Child5" refType="w" fact="0"/>
              <dgm:constr type="t" for="ch" forName="Child5" refType="h" fact="0.2"/>
              <dgm:constr type="w" for="ch" forName="Child5" refType="w" fact="0.1747"/>
              <dgm:constr type="h" for="ch" forName="Child5" refType="h" fact="0.8"/>
              <dgm:constr type="l" for="ch" forName="Child4" refType="w" fact="0.2001"/>
              <dgm:constr type="t" for="ch" forName="Child4" refType="h" fact="0.2"/>
              <dgm:constr type="w" for="ch" forName="Child4" refType="w" fact="0.1747"/>
              <dgm:constr type="h" for="ch" forName="Child4" refType="h" fact="0.75"/>
              <dgm:constr type="l" for="ch" forName="Child3" refType="w" fact="0.4002"/>
              <dgm:constr type="t" for="ch" forName="Child3" refType="h" fact="0.2"/>
              <dgm:constr type="w" for="ch" forName="Child3" refType="w" fact="0.1747"/>
              <dgm:constr type="h" for="ch" forName="Child3" refType="h" fact="0.7"/>
              <dgm:constr type="l" for="ch" forName="Child2" refType="w" fact="0.6003"/>
              <dgm:constr type="t" for="ch" forName="Child2" refType="h" fact="0.2"/>
              <dgm:constr type="w" for="ch" forName="Child2" refType="w" fact="0.1747"/>
              <dgm:constr type="h" for="ch" forName="Child2" refType="h" fact="0.65"/>
              <dgm:constr type="l" for="ch" forName="Child1" refType="w" fact="0.7999"/>
              <dgm:constr type="t" for="ch" forName="Child1" refType="h" fact="0.2"/>
              <dgm:constr type="w" for="ch" forName="Child1" refType="w" fact="0.1747"/>
              <dgm:constr type="h" for="ch" forName="Child1" refType="h" fact="0.6"/>
              <dgm:constr type="l" for="ch" forName="ChildAccent1" refType="w" fact="0.7999"/>
              <dgm:constr type="t" for="ch" forName="ChildAccent1" refType="h" fact="0.2"/>
              <dgm:constr type="w" for="ch" forName="ChildAccent1" refType="w" fact="0.2001"/>
              <dgm:constr type="h" for="ch" forName="ChildAccent1" refType="h" fact="0.6"/>
              <dgm:constr type="l" for="ch" forName="Parent1" refType="w" fact="0.7999"/>
              <dgm:constr type="t" for="ch" forName="Parent1" refType="h" fact="0.1"/>
              <dgm:constr type="w" for="ch" forName="Parent1" refType="w" fact="0.2001"/>
              <dgm:constr type="h" for="ch" forName="Parent1" refType="h" fact="0.1"/>
              <dgm:constr type="l" for="ch" forName="ChildAccent2" refType="w" fact="0.6003"/>
              <dgm:constr type="t" for="ch" forName="ChildAccent2" refType="h" fact="0.2"/>
              <dgm:constr type="w" for="ch" forName="ChildAccent2" refType="w" fact="0.2001"/>
              <dgm:constr type="h" for="ch" forName="ChildAccent2" refType="h" fact="0.65"/>
              <dgm:constr type="l" for="ch" forName="Parent2" refType="w" fact="0.6003"/>
              <dgm:constr type="t" for="ch" forName="Parent2" refType="h" fact="0.075"/>
              <dgm:constr type="w" for="ch" forName="Parent2" refType="w" fact="0.2001"/>
              <dgm:constr type="h" for="ch" forName="Parent2" refType="h" fact="0.125"/>
              <dgm:constr type="l" for="ch" forName="ChildAccent3" refType="w" fact="0.4002"/>
              <dgm:constr type="t" for="ch" forName="ChildAccent3" refType="h" fact="0.2"/>
              <dgm:constr type="w" for="ch" forName="ChildAccent3" refType="w" fact="0.2001"/>
              <dgm:constr type="h" for="ch" forName="ChildAccent3" refType="h" fact="0.7"/>
              <dgm:constr type="l" for="ch" forName="Parent3" refType="w" fact="0.4002"/>
              <dgm:constr type="t" for="ch" forName="Parent3" refType="h" fact="0.0508"/>
              <dgm:constr type="w" for="ch" forName="Parent3" refType="w" fact="0.2001"/>
              <dgm:constr type="h" for="ch" forName="Parent3" refType="h" fact="0.15"/>
              <dgm:constr type="l" for="ch" forName="ChildAccent4" refType="w" fact="0.2001"/>
              <dgm:constr type="t" for="ch" forName="ChildAccent4" refType="h" fact="0.2"/>
              <dgm:constr type="w" for="ch" forName="ChildAccent4" refType="w" fact="0.2001"/>
              <dgm:constr type="h" for="ch" forName="ChildAccent4" refType="h" fact="0.75"/>
              <dgm:constr type="l" for="ch" forName="Parent4" refType="w" fact="0.2001"/>
              <dgm:constr type="t" for="ch" forName="Parent4" refType="h" fact="0.025"/>
              <dgm:constr type="w" for="ch" forName="Parent4" refType="w" fact="0.2001"/>
              <dgm:constr type="h" for="ch" forName="Parent4" refType="h" fact="0.175"/>
              <dgm:constr type="l" for="ch" forName="ChildAccent5" refType="w" fact="0"/>
              <dgm:constr type="t" for="ch" forName="ChildAccent5" refType="h" fact="0.2"/>
              <dgm:constr type="w" for="ch" forName="ChildAccent5" refType="w" fact="0.2001"/>
              <dgm:constr type="h" for="ch" forName="ChildAccent5" refType="h" fact="0.8"/>
              <dgm:constr type="l" for="ch" forName="Parent5" refType="w" fact="0"/>
              <dgm:constr type="t" for="ch" forName="Parent5" refType="h" fact="0"/>
              <dgm:constr type="w" for="ch" forName="Parent5" refType="w" fact="0.2001"/>
              <dgm:constr type="h" for="ch" forName="Parent5" refType="h" fact="0.2"/>
            </dgm:constrLst>
          </dgm:if>
          <dgm:if name="Name18" axis="ch" ptType="node" func="cnt" op="equ" val="6">
            <dgm:alg type="composite">
              <dgm:param type="ar" val="1.756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l" for="ch" forName="Child6" refType="w" fact="0"/>
              <dgm:constr type="t" for="ch" forName="Child6" refType="h" fact="0.2087"/>
              <dgm:constr type="w" for="ch" forName="Child6" refType="w" fact="0.1458"/>
              <dgm:constr type="h" for="ch" forName="Child6" refType="h" fact="0.7913"/>
              <dgm:constr type="l" for="ch" forName="Child5" refType="w" fact="0.167"/>
              <dgm:constr type="t" for="ch" forName="Child5" refType="h" fact="0.2087"/>
              <dgm:constr type="w" for="ch" forName="Child5" refType="w" fact="0.1458"/>
              <dgm:constr type="h" for="ch" forName="Child5" refType="h" fact="0.7448"/>
              <dgm:constr type="l" for="ch" forName="Child4" refType="w" fact="0.3339"/>
              <dgm:constr type="t" for="ch" forName="Child4" refType="h" fact="0.2087"/>
              <dgm:constr type="w" for="ch" forName="Child4" refType="w" fact="0.1458"/>
              <dgm:constr type="h" for="ch" forName="Child4" refType="h" fact="0.6982"/>
              <dgm:constr type="l" for="ch" forName="Child3" refType="w" fact="0.5009"/>
              <dgm:constr type="t" for="ch" forName="Child3" refType="h" fact="0.2087"/>
              <dgm:constr type="w" for="ch" forName="Child3" refType="w" fact="0.1458"/>
              <dgm:constr type="h" for="ch" forName="Child3" refType="h" fact="0.6517"/>
              <dgm:constr type="l" for="ch" forName="Child2" refType="w" fact="0.6674"/>
              <dgm:constr type="t" for="ch" forName="Child2" refType="h" fact="0.2087"/>
              <dgm:constr type="w" for="ch" forName="Child2" refType="w" fact="0.1458"/>
              <dgm:constr type="h" for="ch" forName="Child2" refType="h" fact="0.6051"/>
              <dgm:constr type="l" for="ch" forName="Child1" refType="w" fact="0.833"/>
              <dgm:constr type="t" for="ch" forName="Child1" refType="h" fact="0.2087"/>
              <dgm:constr type="w" for="ch" forName="Child1" refType="w" fact="0.1458"/>
              <dgm:constr type="h" for="ch" forName="Child1" refType="h" fact="0.5586"/>
              <dgm:constr type="l" for="ch" forName="ChildAccent1" refType="w" fact="0.833"/>
              <dgm:constr type="t" for="ch" forName="ChildAccent1" refType="h" fact="0.2087"/>
              <dgm:constr type="w" for="ch" forName="ChildAccent1" refType="w" fact="0.167"/>
              <dgm:constr type="h" for="ch" forName="ChildAccent1" refType="h" fact="0.5586"/>
              <dgm:constr type="l" for="ch" forName="Parent1" refType="w" fact="0.833"/>
              <dgm:constr type="t" for="ch" forName="Parent1" refType="h" fact="0.1156"/>
              <dgm:constr type="w" for="ch" forName="Parent1" refType="w" fact="0.167"/>
              <dgm:constr type="h" for="ch" forName="Parent1" refType="h" fact="0.0931"/>
              <dgm:constr type="l" for="ch" forName="ChildAccent2" refType="w" fact="0.6674"/>
              <dgm:constr type="t" for="ch" forName="ChildAccent2" refType="h" fact="0.2087"/>
              <dgm:constr type="w" for="ch" forName="ChildAccent2" refType="w" fact="0.167"/>
              <dgm:constr type="h" for="ch" forName="ChildAccent2" refType="h" fact="0.6051"/>
              <dgm:constr type="l" for="ch" forName="Parent2" refType="w" fact="0.6674"/>
              <dgm:constr type="t" for="ch" forName="Parent2" refType="h" fact="0.0923"/>
              <dgm:constr type="w" for="ch" forName="Parent2" refType="w" fact="0.165"/>
              <dgm:constr type="h" for="ch" forName="Parent2" refType="h" fact="0.1164"/>
              <dgm:constr type="l" for="ch" forName="ChildAccent3" refType="w" fact="0.5009"/>
              <dgm:constr type="t" for="ch" forName="ChildAccent3" refType="h" fact="0.2087"/>
              <dgm:constr type="w" for="ch" forName="ChildAccent3" refType="w" fact="0.167"/>
              <dgm:constr type="h" for="ch" forName="ChildAccent3" refType="h" fact="0.6517"/>
              <dgm:constr type="l" for="ch" forName="Parent3" refType="w" fact="0.5009"/>
              <dgm:constr type="t" for="ch" forName="Parent3" refType="h" fact="0.0698"/>
              <dgm:constr type="w" for="ch" forName="Parent3" refType="w" fact="0.166"/>
              <dgm:constr type="h" for="ch" forName="Parent3" refType="h" fact="0.1396"/>
              <dgm:constr type="l" for="ch" forName="ChildAccent4" refType="w" fact="0.3339"/>
              <dgm:constr type="t" for="ch" forName="ChildAccent4" refType="h" fact="0.2087"/>
              <dgm:constr type="w" for="ch" forName="ChildAccent4" refType="w" fact="0.167"/>
              <dgm:constr type="h" for="ch" forName="ChildAccent4" refType="h" fact="0.6982"/>
              <dgm:constr type="l" for="ch" forName="Parent4" refType="w" fact="0.3339"/>
              <dgm:constr type="t" for="ch" forName="Parent4" refType="h" fact="0.0458"/>
              <dgm:constr type="w" for="ch" forName="Parent4" refType="w" fact="0.167"/>
              <dgm:constr type="h" for="ch" forName="Parent4" refType="h" fact="0.1629"/>
              <dgm:constr type="l" for="ch" forName="ChildAccent5" refType="w" fact="0.167"/>
              <dgm:constr type="t" for="ch" forName="ChildAccent5" refType="h" fact="0.2087"/>
              <dgm:constr type="w" for="ch" forName="ChildAccent5" refType="w" fact="0.167"/>
              <dgm:constr type="h" for="ch" forName="ChildAccent5" refType="h" fact="0.7448"/>
              <dgm:constr type="l" for="ch" forName="Parent5" refType="w" fact="0.167"/>
              <dgm:constr type="t" for="ch" forName="Parent5" refType="h" fact="0.0225"/>
              <dgm:constr type="w" for="ch" forName="Parent5" refType="w" fact="0.167"/>
              <dgm:constr type="h" for="ch" forName="Parent5" refType="h" fact="0.1862"/>
              <dgm:constr type="l" for="ch" forName="ChildAccent6" refType="w" fact="0"/>
              <dgm:constr type="t" for="ch" forName="ChildAccent6" refType="h" fact="0.2087"/>
              <dgm:constr type="w" for="ch" forName="ChildAccent6" refType="w" fact="0.167"/>
              <dgm:constr type="h" for="ch" forName="ChildAccent6" refType="h" fact="0.7913"/>
              <dgm:constr type="l" for="ch" forName="Parent6" refType="w" fact="0"/>
              <dgm:constr type="t" for="ch" forName="Parent6" refType="h" fact="0"/>
              <dgm:constr type="w" for="ch" forName="Parent6" refType="w" fact="0.167"/>
              <dgm:constr type="h" for="ch" forName="Parent6" refType="h" fact="0.2095"/>
            </dgm:constrLst>
          </dgm:if>
          <dgm:else name="Name19">
            <dgm:alg type="composite">
              <dgm:param type="ar" val="1.9137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l" for="ch" forName="Child7" refType="w" fact="0"/>
              <dgm:constr type="t" for="ch" forName="Child7" refType="h" fact="0.2168"/>
              <dgm:constr type="w" for="ch" forName="Child7" refType="w" fact="0.125"/>
              <dgm:constr type="h" for="ch" forName="Child7" refType="h" fact="0.7832"/>
              <dgm:constr type="l" for="ch" forName="Child6" refType="w" fact="0.1432"/>
              <dgm:constr type="t" for="ch" forName="Child6" refType="h" fact="0.2168"/>
              <dgm:constr type="w" for="ch" forName="Child6" refType="w" fact="0.125"/>
              <dgm:constr type="h" for="ch" forName="Child6" refType="h" fact="0.7397"/>
              <dgm:constr type="l" for="ch" forName="Child5" refType="w" fact="0.2865"/>
              <dgm:constr type="t" for="ch" forName="Child5" refType="h" fact="0.2168"/>
              <dgm:constr type="w" for="ch" forName="Child5" refType="w" fact="0.125"/>
              <dgm:constr type="h" for="ch" forName="Child5" refType="h" fact="0.6962"/>
              <dgm:constr type="l" for="ch" forName="Child4" refType="w" fact="0.4297"/>
              <dgm:constr type="t" for="ch" forName="Child4" refType="h" fact="0.2168"/>
              <dgm:constr type="w" for="ch" forName="Child4" refType="w" fact="0.125"/>
              <dgm:constr type="h" for="ch" forName="Child4" refType="h" fact="0.6526"/>
              <dgm:constr type="l" for="ch" forName="Child3" refType="w" fact="0.5726"/>
              <dgm:constr type="t" for="ch" forName="Child3" refType="h" fact="0.2168"/>
              <dgm:constr type="w" for="ch" forName="Child3" refType="w" fact="0.125"/>
              <dgm:constr type="h" for="ch" forName="Child3" refType="h" fact="0.6091"/>
              <dgm:constr type="l" for="ch" forName="Child2" refType="w" fact="0.7147"/>
              <dgm:constr type="t" for="ch" forName="Child2" refType="h" fact="0.2168"/>
              <dgm:constr type="w" for="ch" forName="Child2" refType="w" fact="0.125"/>
              <dgm:constr type="h" for="ch" forName="Child2" refType="h" fact="0.5656"/>
              <dgm:constr type="l" for="ch" forName="Child1" refType="w" fact="0.8568"/>
              <dgm:constr type="t" for="ch" forName="Child1" refType="h" fact="0.2168"/>
              <dgm:constr type="w" for="ch" forName="Child1" refType="w" fact="0.125"/>
              <dgm:constr type="h" for="ch" forName="Child1" refType="h" fact="0.5221"/>
              <dgm:constr type="l" for="ch" forName="ChildAccent1" refType="w" fact="0.8568"/>
              <dgm:constr type="t" for="ch" forName="ChildAccent1" refType="h" fact="0.2168"/>
              <dgm:constr type="w" for="ch" forName="ChildAccent1" refType="w" fact="0.1432"/>
              <dgm:constr type="h" for="ch" forName="ChildAccent1" refType="h" fact="0.5221"/>
              <dgm:constr type="l" for="ch" forName="Parent1" refType="w" fact="0.8568"/>
              <dgm:constr type="t" for="ch" forName="Parent1" refType="h" fact="0.1298"/>
              <dgm:constr type="w" for="ch" forName="Parent1" refType="w" fact="0.1432"/>
              <dgm:constr type="h" for="ch" forName="Parent1" refType="h" fact="0.087"/>
              <dgm:constr type="l" for="ch" forName="ChildAccent2" refType="w" fact="0.7147"/>
              <dgm:constr type="t" for="ch" forName="ChildAccent2" refType="h" fact="0.2168"/>
              <dgm:constr type="w" for="ch" forName="ChildAccent2" refType="w" fact="0.1432"/>
              <dgm:constr type="h" for="ch" forName="ChildAccent2" refType="h" fact="0.5656"/>
              <dgm:constr type="l" for="ch" forName="Parent2" refType="w" fact="0.7147"/>
              <dgm:constr type="t" for="ch" forName="Parent2" refType="h" fact="0.108"/>
              <dgm:constr type="w" for="ch" forName="Parent2" refType="w" fact="0.1425"/>
              <dgm:constr type="h" for="ch" forName="Parent2" refType="h" fact="0.1088"/>
              <dgm:constr type="l" for="ch" forName="ChildAccent3" refType="w" fact="0.5726"/>
              <dgm:constr type="t" for="ch" forName="ChildAccent3" refType="h" fact="0.2168"/>
              <dgm:constr type="w" for="ch" forName="ChildAccent3" refType="w" fact="0.1432"/>
              <dgm:constr type="h" for="ch" forName="ChildAccent3" refType="h" fact="0.6091"/>
              <dgm:constr type="l" for="ch" forName="Parent3" refType="w" fact="0.5726"/>
              <dgm:constr type="t" for="ch" forName="Parent3" refType="h" fact="0.087"/>
              <dgm:constr type="w" for="ch" forName="Parent3" refType="w" fact="0.142"/>
              <dgm:constr type="h" for="ch" forName="Parent3" refType="h" fact="0.1305"/>
              <dgm:constr type="l" for="ch" forName="ChildAccent4" refType="w" fact="0.4297"/>
              <dgm:constr type="t" for="ch" forName="ChildAccent4" refType="h" fact="0.2168"/>
              <dgm:constr type="w" for="ch" forName="ChildAccent4" refType="w" fact="0.1432"/>
              <dgm:constr type="h" for="ch" forName="ChildAccent4" refType="h" fact="0.6526"/>
              <dgm:constr type="l" for="ch" forName="Parent4" refType="w" fact="0.4297"/>
              <dgm:constr type="t" for="ch" forName="Parent4" refType="h" fact="0.0645"/>
              <dgm:constr type="w" for="ch" forName="Parent4" refType="w" fact="0.1432"/>
              <dgm:constr type="h" for="ch" forName="Parent4" refType="h" fact="0.1523"/>
              <dgm:constr type="l" for="ch" forName="ChildAccent5" refType="w" fact="0.2865"/>
              <dgm:constr type="t" for="ch" forName="ChildAccent5" refType="h" fact="0.2168"/>
              <dgm:constr type="w" for="ch" forName="ChildAccent5" refType="w" fact="0.1432"/>
              <dgm:constr type="h" for="ch" forName="ChildAccent5" refType="h" fact="0.6962"/>
              <dgm:constr type="l" for="ch" forName="Parent5" refType="w" fact="0.2865"/>
              <dgm:constr type="t" for="ch" forName="Parent5" refType="h" fact="0.0428"/>
              <dgm:constr type="w" for="ch" forName="Parent5" refType="w" fact="0.1432"/>
              <dgm:constr type="h" for="ch" forName="Parent5" refType="h" fact="0.174"/>
              <dgm:constr type="l" for="ch" forName="ChildAccent6" refType="w" fact="0.1432"/>
              <dgm:constr type="t" for="ch" forName="ChildAccent6" refType="h" fact="0.2168"/>
              <dgm:constr type="w" for="ch" forName="ChildAccent6" refType="w" fact="0.1432"/>
              <dgm:constr type="h" for="ch" forName="ChildAccent6" refType="h" fact="0.7397"/>
              <dgm:constr type="l" for="ch" forName="Parent6" refType="w" fact="0.1432"/>
              <dgm:constr type="t" for="ch" forName="Parent6" refType="h" fact="0.0217"/>
              <dgm:constr type="w" for="ch" forName="Parent6" refType="w" fact="0.1432"/>
              <dgm:constr type="h" for="ch" forName="Parent6" refType="h" fact="0.1958"/>
              <dgm:constr type="l" for="ch" forName="ChildAccent7" refType="w" fact="0"/>
              <dgm:constr type="t" for="ch" forName="ChildAccent7" refType="h" fact="0.2168"/>
              <dgm:constr type="w" for="ch" forName="ChildAccent7" refType="w" fact="0.1432"/>
              <dgm:constr type="h" for="ch" forName="ChildAccent7" refType="h" fact="0.7832"/>
              <dgm:constr type="l" for="ch" forName="Parent7" refType="w" fact="0"/>
              <dgm:constr type="t" for="ch" forName="Parent7" refType="h" fact="0"/>
              <dgm:constr type="w" for="ch" forName="Parent7" refType="w" fact="0.1432"/>
              <dgm:constr type="h" for="ch" forName="Parent7" refType="h" fact="0.2175"/>
            </dgm:constrLst>
          </dgm:else>
        </dgm:choose>
      </dgm:else>
    </dgm:choose>
    <dgm:forEach name="wrapper" axis="self" ptType="parTrans">
      <dgm:forEach name="accentRepeat" axis="self">
        <dgm:layoutNode name="ChildAccent" styleLbl="alignImgPlace1">
          <dgm:alg type="sp"/>
          <dgm:choose name="Name20">
            <dgm:if name="Name21" axis="followSib" ptType="node" func="cnt" op="equ" val="0">
              <dgm:shape xmlns:r="http://schemas.openxmlformats.org/officeDocument/2006/relationships" type="wedgeRectCallout" r:blip="">
                <dgm:adjLst>
                  <dgm:adj idx="1" val="0"/>
                  <dgm:adj idx="2" val="0"/>
                </dgm:adjLst>
              </dgm:shape>
            </dgm:if>
            <dgm:else name="Name22">
              <dgm:choose name="Name23">
                <dgm:if name="Name24" axis="precedSib" ptType="node" func="cnt" op="equ" val="6">
                  <dgm:shape xmlns:r="http://schemas.openxmlformats.org/officeDocument/2006/relationships" type="wedgeRectCallout" r:blip="">
                    <dgm:adjLst>
                      <dgm:adj idx="1" val="0"/>
                      <dgm:adj idx="2" val="0"/>
                    </dgm:adjLst>
                  </dgm:shape>
                </dgm:if>
                <dgm:else name="Name25">
                  <dgm:choose name="Name26">
                    <dgm:if name="Name27" func="var" arg="dir" op="equ" val="norm">
                      <dgm:shape xmlns:r="http://schemas.openxmlformats.org/officeDocument/2006/relationships" type="wedgeRectCallout" r:blip="">
                        <dgm:adjLst>
                          <dgm:adj idx="1" val="0.625"/>
                          <dgm:adj idx="2" val="0.2083"/>
                        </dgm:adjLst>
                      </dgm:shape>
                    </dgm:if>
                    <dgm:else name="Name28">
                      <dgm:shape xmlns:r="http://schemas.openxmlformats.org/officeDocument/2006/relationships" type="wedgeRectCallout" r:blip="">
                        <dgm:adjLst>
                          <dgm:adj idx="1" val="-0.625"/>
                          <dgm:adj idx="2" val="0.2083"/>
                        </dgm:adjLst>
                      </dgm:shape>
                    </dgm:else>
                  </dgm:choose>
                </dgm:else>
              </dgm:choose>
            </dgm:else>
          </dgm:choose>
          <dgm:presOf axis="des" ptType="node"/>
        </dgm:layoutNode>
      </dgm:forEach>
    </dgm:forEach>
    <dgm:forEach name="Name29" axis="ch" ptType="node" st="7" cnt="1">
      <dgm:layoutNode name="ChildAccent7">
        <dgm:alg type="sp"/>
        <dgm:shape xmlns:r="http://schemas.openxmlformats.org/officeDocument/2006/relationships" r:blip="">
          <dgm:adjLst/>
        </dgm:shape>
        <dgm:presOf/>
        <dgm:constrLst/>
        <dgm:forEach name="Name30" ref="accentRepeat"/>
      </dgm:layoutNode>
      <dgm:layoutNode name="Child7" styleLbl="revTx">
        <dgm:varLst>
          <dgm:chMax val="0"/>
          <dgm:chPref val="0"/>
          <dgm:bulletEnabled val="1"/>
        </dgm:varLst>
        <dgm:choose name="Name31">
          <dgm:if name="Name32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33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7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34" axis="ch" ptType="node" st="6" cnt="1">
      <dgm:layoutNode name="ChildAccent6">
        <dgm:alg type="sp"/>
        <dgm:shape xmlns:r="http://schemas.openxmlformats.org/officeDocument/2006/relationships" r:blip="">
          <dgm:adjLst/>
        </dgm:shape>
        <dgm:presOf/>
        <dgm:constrLst/>
        <dgm:forEach name="Name35" ref="accentRepeat"/>
      </dgm:layoutNode>
      <dgm:layoutNode name="Child6" styleLbl="revTx">
        <dgm:varLst>
          <dgm:chMax val="0"/>
          <dgm:chPref val="0"/>
          <dgm:bulletEnabled val="1"/>
        </dgm:varLst>
        <dgm:choose name="Name36">
          <dgm:if name="Name37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38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6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39" axis="ch" ptType="node" st="5" cnt="1">
      <dgm:layoutNode name="ChildAccent5">
        <dgm:alg type="sp"/>
        <dgm:shape xmlns:r="http://schemas.openxmlformats.org/officeDocument/2006/relationships" r:blip="">
          <dgm:adjLst/>
        </dgm:shape>
        <dgm:presOf/>
        <dgm:constrLst/>
        <dgm:forEach name="Name40" ref="accentRepeat"/>
      </dgm:layoutNode>
      <dgm:layoutNode name="Child5" styleLbl="revTx">
        <dgm:varLst>
          <dgm:chMax val="0"/>
          <dgm:chPref val="0"/>
          <dgm:bulletEnabled val="1"/>
        </dgm:varLst>
        <dgm:choose name="Name41">
          <dgm:if name="Name42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43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5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44" axis="ch" ptType="node" st="4" cnt="1">
      <dgm:layoutNode name="ChildAccent4">
        <dgm:alg type="sp"/>
        <dgm:shape xmlns:r="http://schemas.openxmlformats.org/officeDocument/2006/relationships" r:blip="">
          <dgm:adjLst/>
        </dgm:shape>
        <dgm:presOf/>
        <dgm:constrLst/>
        <dgm:forEach name="Name45" ref="accentRepeat"/>
      </dgm:layoutNode>
      <dgm:layoutNode name="Child4" styleLbl="revTx">
        <dgm:varLst>
          <dgm:chMax val="0"/>
          <dgm:chPref val="0"/>
          <dgm:bulletEnabled val="1"/>
        </dgm:varLst>
        <dgm:choose name="Name46">
          <dgm:if name="Name47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48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4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49" axis="ch" ptType="node" st="3" cnt="1">
      <dgm:layoutNode name="ChildAccent3">
        <dgm:alg type="sp"/>
        <dgm:shape xmlns:r="http://schemas.openxmlformats.org/officeDocument/2006/relationships" r:blip="">
          <dgm:adjLst/>
        </dgm:shape>
        <dgm:presOf/>
        <dgm:constrLst/>
        <dgm:forEach name="Name50" ref="accentRepeat"/>
      </dgm:layoutNode>
      <dgm:layoutNode name="Child3" styleLbl="revTx">
        <dgm:varLst>
          <dgm:chMax val="0"/>
          <dgm:chPref val="0"/>
          <dgm:bulletEnabled val="1"/>
        </dgm:varLst>
        <dgm:choose name="Name51">
          <dgm:if name="Name52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53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3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54" axis="ch" ptType="node" st="2" cnt="1">
      <dgm:layoutNode name="ChildAccent2">
        <dgm:alg type="sp"/>
        <dgm:shape xmlns:r="http://schemas.openxmlformats.org/officeDocument/2006/relationships" r:blip="">
          <dgm:adjLst/>
        </dgm:shape>
        <dgm:presOf/>
        <dgm:constrLst/>
        <dgm:forEach name="Name55" ref="accentRepeat"/>
      </dgm:layoutNode>
      <dgm:layoutNode name="Child2" styleLbl="revTx">
        <dgm:varLst>
          <dgm:chMax val="0"/>
          <dgm:chPref val="0"/>
          <dgm:bulletEnabled val="1"/>
        </dgm:varLst>
        <dgm:choose name="Name56">
          <dgm:if name="Name57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58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2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59" axis="ch" ptType="node" cnt="1">
      <dgm:layoutNode name="ChildAccent1">
        <dgm:alg type="sp"/>
        <dgm:shape xmlns:r="http://schemas.openxmlformats.org/officeDocument/2006/relationships" r:blip="">
          <dgm:adjLst/>
        </dgm:shape>
        <dgm:presOf/>
        <dgm:constrLst/>
        <dgm:forEach name="Name60" ref="accentRepeat"/>
      </dgm:layoutNode>
      <dgm:layoutNode name="Child1" styleLbl="revTx">
        <dgm:varLst>
          <dgm:chMax val="0"/>
          <dgm:chPref val="0"/>
          <dgm:bulletEnabled val="1"/>
        </dgm:varLst>
        <dgm:choose name="Name61">
          <dgm:if name="Name62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63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1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48B91F7-0A31-4809-8E31-54F32ACD1E72}" type="datetimeFigureOut">
              <a:rPr lang="en-GB" smtClean="0"/>
              <a:pPr/>
              <a:t>24/04/2026</a:t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D5A70FC-228F-4487-8E14-68CAD584041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764507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8155653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456346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FEB448-544F-1163-CF6D-D801EF6DAB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2240B45-37FF-28D2-69C1-D8842A0F2E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61B0F3-96B9-62B2-E1C5-4D3D4823B8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66083A-C1B7-4B46-82C5-289BB6E6D5A4}" type="datetime1">
              <a:rPr lang="en-IN" smtClean="0"/>
              <a:pPr/>
              <a:t>24-04-2026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DB3F67-E836-5AA2-B32D-A0C3A93330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1EEA5E-DC19-ABCD-6267-C545BA7771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694729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050CDE-F21A-AC1C-7DD9-906370B0FA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139EE0-A89B-B238-94A4-DB32BBD14E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BAB674-71DE-8BA7-9D0E-C99F6B3C0FB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009650" cy="365125"/>
          </a:xfrm>
          <a:noFill/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64BFFB7-4443-4602-A990-B076C1CFE86C}" type="datetime1">
              <a:rPr lang="en-IN" smtClean="0"/>
              <a:pPr/>
              <a:t>24-04-2026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72554B-0ACB-E334-5BBE-7A83BFE374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F062A5-E36B-5C05-6C36-F8372F2C16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F32F6845-8F47-4AB8-B9CE-96D88E741707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905508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22CC90-B089-5E25-D480-B40D5123BF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671185-327E-E435-EB8B-F143CAF78D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ADDF86-F686-ACE8-6852-5CEADD9A28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3E8F52-857A-4C89-954C-57943DB51290}" type="datetime1">
              <a:rPr lang="en-IN" smtClean="0"/>
              <a:pPr/>
              <a:t>24-04-2026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58F106-1FED-5AA1-CFDF-7FE2105071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45F0D7-F550-D351-1F6B-36B665CA0C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052039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698191-3055-3CE7-ABAB-BF52255689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07F01E-C1BB-CFE3-1062-5A8CAD20F5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0F16ED-635D-3C12-AE3C-37A43EAF14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80B84D-A3CA-9B7E-B7BB-4C18C18121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BD7B4D-DDD6-4CA2-87A0-9BDD5E5268EC}" type="datetime1">
              <a:rPr lang="en-IN" smtClean="0"/>
              <a:pPr/>
              <a:t>24-04-2026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881B66-06CA-0AE9-B95B-21A45DC5B3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B7665D-74F3-FC85-8C37-77F4402232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797023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F1306E-11E1-8AB1-AF32-6F074D3C85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8E7AAE-4628-F916-89C8-10A970EC98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D7C0B7-4F02-5995-1FB1-8FB2DD1259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B504026-A61A-C06F-3EA6-94F595A4738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CFF7FD0-380B-75A4-D9B0-F7EBC341DD0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80AA233-A9EB-E98D-4DDF-BC4B728083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0D9E5-0635-43A8-8973-488E7408FAF7}" type="datetime1">
              <a:rPr lang="en-IN" smtClean="0"/>
              <a:pPr/>
              <a:t>24-04-2026</a:t>
            </a:fld>
            <a:endParaRPr lang="en-IN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55E8074-1361-E322-F42C-F5D7140991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6B9FECA-EE46-D87A-F259-E8022C3628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634304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DB92FB-DA41-9013-AE3A-5882CEEE8B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A2620A1-C0CA-1D0E-E85E-5C1326F8CB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D0CEA8-D591-4CC9-939A-A3BE6FD93E89}" type="datetime1">
              <a:rPr lang="en-IN" smtClean="0"/>
              <a:pPr/>
              <a:t>24-04-2026</a:t>
            </a:fld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63BD8B1-5363-075D-CDCC-8CAC0A6A7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E4555F-1DC7-94CF-74D7-21521EE939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968218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B497F04-5F5B-E4F7-0A48-A1FBAC01C3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E2297-DC8B-48E6-B6D6-34773F9A5984}" type="datetime1">
              <a:rPr lang="en-IN" smtClean="0"/>
              <a:pPr/>
              <a:t>24-04-2026</a:t>
            </a:fld>
            <a:endParaRPr lang="en-I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DCC3BA-DF88-8CE4-AB31-983A3C796A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17982A-25A2-0FA2-0BC4-48C8775F84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138426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217936-1384-3D53-34C7-E638688EFD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108029-8ADE-BDA5-4C8D-31C3615564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D6CB47A-C96A-8918-E1EB-9A8DBEC727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65CB0D-C5CF-96B6-5923-222D7E403E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C2A547-6E4B-4188-9BD5-035CB9C4BCC5}" type="datetime1">
              <a:rPr lang="en-IN" smtClean="0"/>
              <a:pPr/>
              <a:t>24-04-2026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A0E17E-D21B-9F95-DB42-019C9AB18C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31A4E0-3F3F-3857-C2B7-EEDD3DF99C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239216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BEDF05-F2AE-B072-8E2E-CB4CF5B08F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20EF8F1-DFA6-282F-E8CD-83826A12E49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808D68-B430-9A5B-4A9B-8549EA20AC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0002EBD-67C3-A4B8-A83C-896997C53E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06E29-16A1-4AAE-B55B-4E3DB7265605}" type="datetime1">
              <a:rPr lang="en-IN" smtClean="0"/>
              <a:pPr/>
              <a:t>24-04-2026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B00B68-5333-C602-6799-3D1B2E434B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4925F4-1AF9-E8B5-0534-4714B5FAF5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799969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9011F1-D172-AE20-8D21-0A938E210E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E8E52B7-EB5E-AF2A-3525-5B4BBFD15A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6D7DCF-1783-47F8-CDB8-8B7167ECD0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C26915-BE00-456E-A9CA-DB9FE1FD674A}" type="datetime1">
              <a:rPr lang="en-IN" smtClean="0"/>
              <a:pPr/>
              <a:t>24-04-2026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6968A7-C083-F20B-0369-2067E75DE5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55429C-96E8-1064-0F87-6D95D15F93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487618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6A47F57-697A-B97E-DD3A-2910D126C5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73F252A-D3F9-0BB4-D962-668169761B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B93D65-8824-8EBE-4CB8-E4D7750FE8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A2D233-408A-4415-B919-B7ECAA5043E2}" type="datetime1">
              <a:rPr lang="en-IN" smtClean="0"/>
              <a:pPr/>
              <a:t>24-04-2026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1EA1BA-06A5-9F5B-136C-80EDFD72E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63C8CA-61F8-0704-0F6E-DDDD2B9987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487824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309843D-C7AC-7DCA-D2A1-30C29BBAB6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2A0867-11DA-F019-8907-1B3D8BD7C7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0DD53F-CA45-CCAE-9ADB-5B0F61393A1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AC608B-7A9F-4336-97A2-89908E443DAD}" type="datetime1">
              <a:rPr lang="en-IN" smtClean="0"/>
              <a:pPr/>
              <a:t>24-04-2026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91FF70-F320-3E09-D811-B610D38CEA7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9947EA-7073-9466-0549-46E86F1C89F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2F6845-8F47-4AB8-B9CE-96D88E741707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41945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3"/>
          <p:cNvSpPr txBox="1"/>
          <p:nvPr/>
        </p:nvSpPr>
        <p:spPr>
          <a:xfrm>
            <a:off x="6525369" y="2109718"/>
            <a:ext cx="5514300" cy="2020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r>
              <a:rPr lang="en-GB" sz="20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Under the Supervision of,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ctr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endParaRPr sz="20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  <a:p>
            <a:pPr>
              <a:spcBef>
                <a:spcPts val="340"/>
              </a:spcBef>
              <a:buClr>
                <a:srgbClr val="17365D"/>
              </a:buClr>
              <a:buSzPts val="1700"/>
            </a:pPr>
            <a:r>
              <a:rPr lang="en-GB" b="1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Mr. H.SENTHIL KUMAR</a:t>
            </a:r>
            <a:endParaRPr lang="en-GB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Professor / Associate Professor / Assistant Professor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Presidency School of CSE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Presidency University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endParaRPr sz="20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  <p:sp>
        <p:nvSpPr>
          <p:cNvPr id="8" name="Google Shape;91;p13"/>
          <p:cNvSpPr txBox="1"/>
          <p:nvPr/>
        </p:nvSpPr>
        <p:spPr>
          <a:xfrm>
            <a:off x="156411" y="4130278"/>
            <a:ext cx="12249915" cy="15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>
              <a:buClr>
                <a:srgbClr val="17365D"/>
              </a:buClr>
              <a:buSzPct val="100000"/>
            </a:pPr>
            <a:r>
              <a:rPr lang="en-US" sz="2000" b="1" i="0" u="none" strike="noStrike" cap="none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Program: </a:t>
            </a:r>
            <a:r>
              <a:rPr lang="en-US" sz="2000" b="1" dirty="0" err="1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B.Tech</a:t>
            </a:r>
            <a:r>
              <a:rPr lang="en-US" sz="20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CSE</a:t>
            </a:r>
            <a:endParaRPr lang="en-US" sz="2000" b="1" i="0" u="none" strike="noStrike" cap="none" dirty="0">
              <a:solidFill>
                <a:schemeClr val="accent1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  <a:p>
            <a:pPr lvl="0">
              <a:buClr>
                <a:srgbClr val="17365D"/>
              </a:buClr>
              <a:buSzPct val="100000"/>
            </a:pPr>
            <a:r>
              <a:rPr lang="en-US" sz="20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HoD: </a:t>
            </a:r>
            <a:r>
              <a:rPr lang="en-US" sz="2000" b="1" dirty="0" err="1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Dr.Asif</a:t>
            </a:r>
            <a:r>
              <a:rPr lang="en-US" sz="20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Mohammed</a:t>
            </a:r>
          </a:p>
          <a:p>
            <a:pPr lvl="0">
              <a:buClr>
                <a:srgbClr val="17365D"/>
              </a:buClr>
              <a:buSzPct val="100000"/>
            </a:pPr>
            <a:r>
              <a:rPr lang="en-US" sz="2000" b="1" i="0" u="none" strike="noStrike" cap="none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Program Internship Coordinator: </a:t>
            </a:r>
            <a:r>
              <a:rPr lang="en-US" sz="20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Dr </a:t>
            </a:r>
            <a:r>
              <a:rPr lang="en-US" sz="2000" b="1" dirty="0" err="1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Balakrishnan</a:t>
            </a:r>
            <a:r>
              <a:rPr lang="en-US" sz="20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, Dr </a:t>
            </a:r>
            <a:r>
              <a:rPr lang="en-US" sz="2000" b="1" dirty="0" err="1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Shakthi</a:t>
            </a:r>
            <a:endParaRPr lang="en-US" sz="2000" b="1" i="0" u="none" strike="noStrike" cap="none" dirty="0">
              <a:solidFill>
                <a:schemeClr val="accent1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  <a:p>
            <a:pPr lvl="0">
              <a:buClr>
                <a:srgbClr val="17365D"/>
              </a:buClr>
              <a:buSzPct val="100000"/>
            </a:pPr>
            <a:r>
              <a:rPr lang="en-US" sz="20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School Internship Coordinator: </a:t>
            </a: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Dr. Md Ziaur Rahman</a:t>
            </a:r>
          </a:p>
          <a:p>
            <a:pPr lvl="0">
              <a:buClr>
                <a:srgbClr val="17365D"/>
              </a:buClr>
              <a:buSzPct val="100000"/>
            </a:pP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													</a:t>
            </a:r>
            <a:endParaRPr sz="2000" b="1" i="0" u="none" strike="noStrike" cap="none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  <p:sp>
        <p:nvSpPr>
          <p:cNvPr id="9" name="Title 1"/>
          <p:cNvSpPr txBox="1">
            <a:spLocks/>
          </p:cNvSpPr>
          <p:nvPr/>
        </p:nvSpPr>
        <p:spPr>
          <a:xfrm>
            <a:off x="838200" y="130629"/>
            <a:ext cx="10515600" cy="15600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  <a:defRPr sz="2800" b="1" i="0" u="none" strike="noStrike" cap="none">
                <a:solidFill>
                  <a:srgbClr val="17365D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altLang="en-US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CSE7302 - INTERNSHIP</a:t>
            </a:r>
            <a:b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  <a:t>Review-2 Presentation </a:t>
            </a:r>
            <a:b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</a:br>
            <a:r>
              <a:rPr lang="en-US" sz="2400" dirty="0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</a:rPr>
              <a:t>AI-Based Face Recognition Attendance Management System</a:t>
            </a:r>
            <a:b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</a:b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11301149"/>
              </p:ext>
            </p:extLst>
          </p:nvPr>
        </p:nvGraphicFramePr>
        <p:xfrm>
          <a:off x="601909" y="1911875"/>
          <a:ext cx="5321552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270">
                  <a:extLst>
                    <a:ext uri="{9D8B030D-6E8A-4147-A177-3AD203B41FA5}">
                      <a16:colId xmlns:a16="http://schemas.microsoft.com/office/drawing/2014/main" val="2689928737"/>
                    </a:ext>
                  </a:extLst>
                </a:gridCol>
                <a:gridCol w="3950282">
                  <a:extLst>
                    <a:ext uri="{9D8B030D-6E8A-4147-A177-3AD203B41FA5}">
                      <a16:colId xmlns:a16="http://schemas.microsoft.com/office/drawing/2014/main" val="3965538731"/>
                    </a:ext>
                  </a:extLst>
                </a:gridCol>
              </a:tblGrid>
              <a:tr h="362263"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Student Details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5105319"/>
                  </a:ext>
                </a:extLst>
              </a:tr>
              <a:tr h="362263"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NIKHITHA LD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73540802"/>
                  </a:ext>
                </a:extLst>
              </a:tr>
              <a:tr h="362263"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Roll 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20221CSE0696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5509489"/>
                  </a:ext>
                </a:extLst>
              </a:tr>
              <a:tr h="362263"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Section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8CSE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82681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667245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</a:pP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Content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7" name="Google Shape;97;p14"/>
          <p:cNvSpPr txBox="1">
            <a:spLocks noGrp="1"/>
          </p:cNvSpPr>
          <p:nvPr>
            <p:ph type="body" idx="1"/>
          </p:nvPr>
        </p:nvSpPr>
        <p:spPr>
          <a:xfrm>
            <a:off x="704516" y="902370"/>
            <a:ext cx="10668000" cy="42712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Company or Organization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Working domain or the technology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your team and reporting Manager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Challenges Faced in Internship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 of the work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Requirements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Advantages of Proposed System/Work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Internship Roadmap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Github Link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endParaRPr sz="2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629404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79904"/>
          </a:xfrm>
        </p:spPr>
        <p:txBody>
          <a:bodyPr/>
          <a:lstStyle/>
          <a:p>
            <a:r>
              <a:rPr lang="en-US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Company or Organization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045031"/>
            <a:ext cx="10515600" cy="4193176"/>
          </a:xfrm>
        </p:spPr>
        <p:txBody>
          <a:bodyPr>
            <a:normAutofit fontScale="92500" lnSpcReduction="20000"/>
          </a:bodyPr>
          <a:lstStyle/>
          <a:p>
            <a:r>
              <a:rPr lang="en-US" sz="2600" b="1" dirty="0">
                <a:latin typeface="Times New Roman" pitchFamily="18" charset="0"/>
                <a:cs typeface="Times New Roman" pitchFamily="18" charset="0"/>
              </a:rPr>
              <a:t>Rail Wheel Factory (RWF) i</a:t>
            </a:r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s a Government of India organization under the Ministry of Railways</a:t>
            </a:r>
          </a:p>
          <a:p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Located in </a:t>
            </a:r>
            <a:r>
              <a:rPr lang="en-US" sz="2600" dirty="0" err="1">
                <a:latin typeface="Times New Roman" pitchFamily="18" charset="0"/>
                <a:cs typeface="Times New Roman" pitchFamily="18" charset="0"/>
              </a:rPr>
              <a:t>Yelahanka</a:t>
            </a:r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600" dirty="0" err="1">
                <a:latin typeface="Times New Roman" pitchFamily="18" charset="0"/>
                <a:cs typeface="Times New Roman" pitchFamily="18" charset="0"/>
              </a:rPr>
              <a:t>Bengaluru</a:t>
            </a:r>
            <a:endParaRPr lang="en-US" sz="26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Focuses on modernization and digitalization of internal system</a:t>
            </a:r>
          </a:p>
          <a:p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Uses software and IT solutions to improve data management and efficiency</a:t>
            </a:r>
          </a:p>
          <a:p>
            <a:pPr marL="0" indent="0">
              <a:buNone/>
            </a:pPr>
            <a:endParaRPr lang="en-US" sz="2600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sz="2600" b="1" dirty="0">
                <a:latin typeface="Times New Roman" pitchFamily="18" charset="0"/>
                <a:cs typeface="Times New Roman" pitchFamily="18" charset="0"/>
              </a:rPr>
              <a:t>Products &amp; Services</a:t>
            </a:r>
          </a:p>
          <a:p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Provides manufacturing and maintenance support to Indian Railways</a:t>
            </a:r>
          </a:p>
          <a:p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Offers technical and engineering services for railway infrastructure</a:t>
            </a:r>
          </a:p>
          <a:p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Uses digital systems for data management and internal operations</a:t>
            </a:r>
          </a:p>
          <a:p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Supports automation and software-based solutions inside the organization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581389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Working domain or the technology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855036" cy="4883924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b="1" dirty="0">
                <a:latin typeface="Times New Roman" pitchFamily="18" charset="0"/>
                <a:cs typeface="Times New Roman" pitchFamily="18" charset="0"/>
              </a:rPr>
              <a:t>Domain: Artificial Intelligence &amp; Computer Vision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		</a:t>
            </a:r>
          </a:p>
          <a:p>
            <a:pPr lvl="1"/>
            <a:r>
              <a:rPr lang="en-US" dirty="0">
                <a:latin typeface="Times New Roman" pitchFamily="18" charset="0"/>
                <a:cs typeface="Times New Roman" pitchFamily="18" charset="0"/>
              </a:rPr>
              <a:t>The project is based on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Artificial Intelligence (AI)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and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Computer Vision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technologies.</a:t>
            </a:r>
          </a:p>
          <a:p>
            <a:pPr lvl="1"/>
            <a:r>
              <a:rPr lang="en-US" dirty="0">
                <a:latin typeface="Times New Roman" pitchFamily="18" charset="0"/>
                <a:cs typeface="Times New Roman" pitchFamily="18" charset="0"/>
              </a:rPr>
              <a:t>It uses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Face Recognition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to automatically identify employees/students.</a:t>
            </a:r>
          </a:p>
          <a:p>
            <a:pPr lvl="1"/>
            <a:r>
              <a:rPr lang="en-US" dirty="0">
                <a:latin typeface="Times New Roman" pitchFamily="18" charset="0"/>
                <a:cs typeface="Times New Roman" pitchFamily="18" charset="0"/>
              </a:rPr>
              <a:t>The system captures live video and detects human faces in real time.</a:t>
            </a:r>
          </a:p>
          <a:p>
            <a:pPr lvl="1"/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b="1" dirty="0">
                <a:latin typeface="Times New Roman" pitchFamily="18" charset="0"/>
                <a:cs typeface="Times New Roman" pitchFamily="18" charset="0"/>
              </a:rPr>
              <a:t>Technologies Used</a:t>
            </a:r>
          </a:p>
          <a:p>
            <a:pPr lvl="1"/>
            <a:r>
              <a:rPr lang="en-US" b="1" dirty="0">
                <a:latin typeface="Times New Roman" pitchFamily="18" charset="0"/>
                <a:cs typeface="Times New Roman" pitchFamily="18" charset="0"/>
              </a:rPr>
              <a:t>Frontend: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React.js, JavaScript</a:t>
            </a:r>
          </a:p>
          <a:p>
            <a:pPr lvl="1"/>
            <a:r>
              <a:rPr lang="en-US" b="1" dirty="0">
                <a:latin typeface="Times New Roman" pitchFamily="18" charset="0"/>
                <a:cs typeface="Times New Roman" pitchFamily="18" charset="0"/>
              </a:rPr>
              <a:t>Backend: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Python, Flask</a:t>
            </a:r>
          </a:p>
          <a:p>
            <a:pPr lvl="1"/>
            <a:r>
              <a:rPr lang="en-US" b="1" dirty="0">
                <a:latin typeface="Times New Roman" pitchFamily="18" charset="0"/>
                <a:cs typeface="Times New Roman" pitchFamily="18" charset="0"/>
              </a:rPr>
              <a:t>Database: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SQLite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lvl="1"/>
            <a:r>
              <a:rPr lang="en-US" b="1" dirty="0">
                <a:latin typeface="Times New Roman" pitchFamily="18" charset="0"/>
                <a:cs typeface="Times New Roman" pitchFamily="18" charset="0"/>
              </a:rPr>
              <a:t>AI Libraries: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OpenCV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InsightFace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, ONNX Runtime</a:t>
            </a:r>
          </a:p>
          <a:p>
            <a:pPr lvl="1"/>
            <a:r>
              <a:rPr lang="en-US" b="1" dirty="0">
                <a:latin typeface="Times New Roman" pitchFamily="18" charset="0"/>
                <a:cs typeface="Times New Roman" pitchFamily="18" charset="0"/>
              </a:rPr>
              <a:t>Tools: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VS Code</a:t>
            </a:r>
          </a:p>
          <a:p>
            <a:endParaRPr lang="en-IN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586821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your team and reporting Manager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>
            <a:normAutofit fontScale="92500"/>
          </a:bodyPr>
          <a:lstStyle/>
          <a:p>
            <a:pPr algn="just"/>
            <a:r>
              <a:rPr lang="en-US" dirty="0"/>
              <a:t>I worked under the guidance of my </a:t>
            </a:r>
            <a:r>
              <a:rPr lang="en-US" b="1" dirty="0"/>
              <a:t>Team Lead: </a:t>
            </a:r>
            <a:r>
              <a:rPr lang="en-US" b="1" i="1" dirty="0"/>
              <a:t>Mr. Buddha </a:t>
            </a:r>
            <a:r>
              <a:rPr lang="en-US" b="1" i="1" dirty="0" err="1"/>
              <a:t>AppaRao</a:t>
            </a:r>
            <a:r>
              <a:rPr lang="en-US" dirty="0"/>
              <a:t> at </a:t>
            </a:r>
            <a:r>
              <a:rPr lang="en-US" b="1" dirty="0"/>
              <a:t>Rail Wheel Factory</a:t>
            </a:r>
            <a:r>
              <a:rPr lang="en-US" dirty="0"/>
              <a:t>.</a:t>
            </a:r>
          </a:p>
          <a:p>
            <a:pPr algn="just"/>
            <a:r>
              <a:rPr lang="en-US" dirty="0"/>
              <a:t>My team consisted of software engineers, supervisors, and interns.</a:t>
            </a:r>
          </a:p>
          <a:p>
            <a:pPr algn="just"/>
            <a:r>
              <a:rPr lang="en-US" dirty="0"/>
              <a:t>I was involved in developing the </a:t>
            </a:r>
            <a:r>
              <a:rPr lang="en-US" b="1" dirty="0"/>
              <a:t>AI Face Recognition Attendance System</a:t>
            </a:r>
            <a:r>
              <a:rPr lang="en-US" dirty="0"/>
              <a:t>.</a:t>
            </a:r>
          </a:p>
          <a:p>
            <a:pPr algn="just"/>
            <a:r>
              <a:rPr lang="en-US" dirty="0"/>
              <a:t>My responsibilities included frontend, backend, and AI model integration.</a:t>
            </a:r>
          </a:p>
          <a:p>
            <a:pPr algn="just"/>
            <a:r>
              <a:rPr lang="en-US" dirty="0"/>
              <a:t>I received regular guidance, reviews, and technical support from my team lead.</a:t>
            </a:r>
          </a:p>
          <a:p>
            <a:pPr algn="just"/>
            <a:r>
              <a:rPr lang="en-US" dirty="0"/>
              <a:t>Periodic discussions helped in improving my technical and professional skills.</a:t>
            </a:r>
          </a:p>
          <a:p>
            <a:pPr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106966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Challenges Faced in Internship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/>
          <a:lstStyle/>
          <a:p>
            <a:pPr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Difficulty in learning AI and face recognition technology.</a:t>
            </a:r>
          </a:p>
          <a:p>
            <a:pPr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Issues in installing libraries and environment setup.</a:t>
            </a:r>
          </a:p>
          <a:p>
            <a:pPr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Camera and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OpenCV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related errors.</a:t>
            </a:r>
          </a:p>
          <a:p>
            <a:pPr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Improving system accuracy and performance.</a:t>
            </a:r>
          </a:p>
          <a:p>
            <a:pPr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Managing time between learning new technologies and project development.</a:t>
            </a:r>
          </a:p>
          <a:p>
            <a:pPr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Debugging errors and resolving runtime issues during implementation</a:t>
            </a:r>
          </a:p>
          <a:p>
            <a:pPr algn="just"/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algn="just">
              <a:buNone/>
            </a:pPr>
            <a:endParaRPr lang="en-IN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061569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 of the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>
            <a:normAutofit lnSpcReduction="10000"/>
          </a:bodyPr>
          <a:lstStyle/>
          <a:p>
            <a:pPr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To develop an AI-based Face Recognition Attendance System for automatic attendance marking.</a:t>
            </a:r>
          </a:p>
          <a:p>
            <a:pPr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To reduce manual effort and errors in traditional attendance systems.</a:t>
            </a:r>
          </a:p>
          <a:p>
            <a:pPr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To implement real-time face detection and recognition using Machine Learning.</a:t>
            </a:r>
          </a:p>
          <a:p>
            <a:pPr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To store and manage attendance records securely using a database.</a:t>
            </a:r>
          </a:p>
          <a:p>
            <a:pPr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To provide an easy-to-use web interface using React and Flask.</a:t>
            </a:r>
          </a:p>
          <a:p>
            <a:pPr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To improve efficiency and accuracy in attendance management at Rail Wheel Factory.</a:t>
            </a:r>
          </a:p>
          <a:p>
            <a:pPr algn="just"/>
            <a:endParaRPr lang="en-IN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163347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pPr marL="152400" algn="just">
              <a:lnSpc>
                <a:spcPct val="100000"/>
              </a:lnSpc>
              <a:spcBef>
                <a:spcPts val="0"/>
              </a:spcBef>
            </a:pPr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>
            <a:normAutofit/>
          </a:bodyPr>
          <a:lstStyle/>
          <a:p>
            <a:pPr lvl="1"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Traditional systems used manual, RFID, and biometric methods.</a:t>
            </a:r>
          </a:p>
          <a:p>
            <a:pPr lvl="1" algn="just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• Face recognition using AI improves accuracy and automation.</a:t>
            </a:r>
          </a:p>
          <a:p>
            <a:pPr lvl="1" algn="just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•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OpenCV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and Deep Learning are commonly used.</a:t>
            </a:r>
          </a:p>
          <a:p>
            <a:pPr lvl="1" algn="just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• Web-based systems help in easy data management.</a:t>
            </a:r>
            <a:endParaRPr lang="en-IN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729277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pPr marL="152400" algn="just">
              <a:lnSpc>
                <a:spcPct val="100000"/>
              </a:lnSpc>
              <a:spcBef>
                <a:spcPts val="0"/>
              </a:spcBef>
            </a:pPr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 /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>
            <a:normAutofit fontScale="92500" lnSpcReduction="10000"/>
          </a:bodyPr>
          <a:lstStyle/>
          <a:p>
            <a:pPr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The proposed system is an AI-based Face Recognition Attendance System developed using Python, Flask, and React.</a:t>
            </a:r>
          </a:p>
          <a:p>
            <a:pPr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It captures live video from the camera and detects faces using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OpenCV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and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InsightFace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The system compares captured faces with trained datasets to identify registered users.</a:t>
            </a:r>
          </a:p>
          <a:p>
            <a:pPr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Attendance is automatically recorded in the database with date and time.</a:t>
            </a:r>
          </a:p>
          <a:p>
            <a:pPr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A web-based dashboard is provided for managing users, viewing attendance, and reports.</a:t>
            </a:r>
          </a:p>
          <a:p>
            <a:pPr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The system reduces manual work and improves accuracy and efficiency.</a:t>
            </a:r>
          </a:p>
          <a:p>
            <a:pPr algn="just"/>
            <a:endParaRPr lang="en-IN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524770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pPr marL="152400" algn="just">
              <a:lnSpc>
                <a:spcPct val="100000"/>
              </a:lnSpc>
              <a:spcBef>
                <a:spcPts val="0"/>
              </a:spcBef>
            </a:pPr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/>
          <a:lstStyle/>
          <a:p>
            <a:pPr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• Manual attendance is time-consuming.</a:t>
            </a:r>
          </a:p>
          <a:p>
            <a:pPr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• Chances of proxy and fake attendance.</a:t>
            </a:r>
          </a:p>
          <a:p>
            <a:pPr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• Difficult to maintain records.</a:t>
            </a:r>
          </a:p>
          <a:p>
            <a:pPr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• Requires more manpower.</a:t>
            </a:r>
          </a:p>
          <a:p>
            <a:pPr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• Need for automated AI-based system.</a:t>
            </a:r>
            <a:endParaRPr lang="en-IN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505980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pPr marL="152400" algn="just">
              <a:lnSpc>
                <a:spcPct val="100000"/>
              </a:lnSpc>
              <a:spcBef>
                <a:spcPts val="0"/>
              </a:spcBef>
            </a:pPr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Requirements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184367"/>
            <a:ext cx="10762673" cy="4948578"/>
          </a:xfrm>
        </p:spPr>
        <p:txBody>
          <a:bodyPr>
            <a:normAutofit fontScale="62500" lnSpcReduction="20000"/>
          </a:bodyPr>
          <a:lstStyle/>
          <a:p>
            <a:r>
              <a:rPr lang="en-US" sz="3800" b="1" dirty="0">
                <a:latin typeface="Times New Roman" pitchFamily="18" charset="0"/>
                <a:cs typeface="Times New Roman" pitchFamily="18" charset="0"/>
              </a:rPr>
              <a:t>Hardware Requirements</a:t>
            </a:r>
          </a:p>
          <a:p>
            <a:pPr lvl="1">
              <a:buNone/>
            </a:pP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• Computer / Laptop with minimum i3 processor or above</a:t>
            </a:r>
          </a:p>
          <a:p>
            <a:pPr lvl="1">
              <a:buNone/>
            </a:pP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• Minimum 8 GB RAM</a:t>
            </a:r>
          </a:p>
          <a:p>
            <a:pPr lvl="1">
              <a:buNone/>
            </a:pP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• Webcam / Integrated Camera</a:t>
            </a:r>
          </a:p>
          <a:p>
            <a:pPr lvl="1">
              <a:buNone/>
            </a:pP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• Internet Connection</a:t>
            </a:r>
          </a:p>
          <a:p>
            <a:r>
              <a:rPr lang="en-US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4400" b="1" dirty="0">
                <a:latin typeface="Times New Roman" pitchFamily="18" charset="0"/>
                <a:cs typeface="Times New Roman" pitchFamily="18" charset="0"/>
              </a:rPr>
              <a:t>Software Requirements</a:t>
            </a:r>
          </a:p>
          <a:p>
            <a:pPr lvl="1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• </a:t>
            </a:r>
            <a:r>
              <a:rPr lang="en-US" sz="2900" dirty="0">
                <a:latin typeface="Times New Roman" pitchFamily="18" charset="0"/>
                <a:cs typeface="Times New Roman" pitchFamily="18" charset="0"/>
              </a:rPr>
              <a:t>Operating System: Windows 10 / 11</a:t>
            </a:r>
          </a:p>
          <a:p>
            <a:pPr lvl="1">
              <a:buNone/>
            </a:pPr>
            <a:r>
              <a:rPr lang="en-US" sz="2900" dirty="0">
                <a:latin typeface="Times New Roman" pitchFamily="18" charset="0"/>
                <a:cs typeface="Times New Roman" pitchFamily="18" charset="0"/>
              </a:rPr>
              <a:t>• Programming Language: Python 3.x, JavaScript</a:t>
            </a:r>
          </a:p>
          <a:p>
            <a:pPr lvl="1">
              <a:buNone/>
            </a:pPr>
            <a:r>
              <a:rPr lang="en-US" sz="2900" dirty="0">
                <a:latin typeface="Times New Roman" pitchFamily="18" charset="0"/>
                <a:cs typeface="Times New Roman" pitchFamily="18" charset="0"/>
              </a:rPr>
              <a:t>• Backend Framework: Flask</a:t>
            </a:r>
          </a:p>
          <a:p>
            <a:pPr lvl="1">
              <a:buNone/>
            </a:pPr>
            <a:r>
              <a:rPr lang="en-US" sz="2900" dirty="0">
                <a:latin typeface="Times New Roman" pitchFamily="18" charset="0"/>
                <a:cs typeface="Times New Roman" pitchFamily="18" charset="0"/>
              </a:rPr>
              <a:t>• Frontend Framework: React.js</a:t>
            </a:r>
          </a:p>
          <a:p>
            <a:pPr lvl="1">
              <a:buNone/>
            </a:pPr>
            <a:r>
              <a:rPr lang="en-US" sz="2900" dirty="0">
                <a:latin typeface="Times New Roman" pitchFamily="18" charset="0"/>
                <a:cs typeface="Times New Roman" pitchFamily="18" charset="0"/>
              </a:rPr>
              <a:t>• Database: </a:t>
            </a:r>
            <a:r>
              <a:rPr lang="en-US" sz="2900" dirty="0" err="1">
                <a:latin typeface="Times New Roman" pitchFamily="18" charset="0"/>
                <a:cs typeface="Times New Roman" pitchFamily="18" charset="0"/>
              </a:rPr>
              <a:t>MongoDB</a:t>
            </a:r>
            <a:r>
              <a:rPr lang="en-US" sz="2900" dirty="0">
                <a:latin typeface="Times New Roman" pitchFamily="18" charset="0"/>
                <a:cs typeface="Times New Roman" pitchFamily="18" charset="0"/>
              </a:rPr>
              <a:t> / CSV / Local Storage</a:t>
            </a:r>
          </a:p>
          <a:p>
            <a:pPr lvl="1">
              <a:buNone/>
            </a:pPr>
            <a:r>
              <a:rPr lang="en-US" sz="2900" dirty="0">
                <a:latin typeface="Times New Roman" pitchFamily="18" charset="0"/>
                <a:cs typeface="Times New Roman" pitchFamily="18" charset="0"/>
              </a:rPr>
              <a:t>• Libraries: </a:t>
            </a:r>
            <a:r>
              <a:rPr lang="en-US" sz="2900" dirty="0" err="1">
                <a:latin typeface="Times New Roman" pitchFamily="18" charset="0"/>
                <a:cs typeface="Times New Roman" pitchFamily="18" charset="0"/>
              </a:rPr>
              <a:t>OpenCV</a:t>
            </a:r>
            <a:r>
              <a:rPr lang="en-US" sz="290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900" dirty="0" err="1">
                <a:latin typeface="Times New Roman" pitchFamily="18" charset="0"/>
                <a:cs typeface="Times New Roman" pitchFamily="18" charset="0"/>
              </a:rPr>
              <a:t>InsightFace</a:t>
            </a:r>
            <a:r>
              <a:rPr lang="en-US" sz="290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900" dirty="0" err="1">
                <a:latin typeface="Times New Roman" pitchFamily="18" charset="0"/>
                <a:cs typeface="Times New Roman" pitchFamily="18" charset="0"/>
              </a:rPr>
              <a:t>NumPy</a:t>
            </a:r>
            <a:r>
              <a:rPr lang="en-US" sz="2900" dirty="0">
                <a:latin typeface="Times New Roman" pitchFamily="18" charset="0"/>
                <a:cs typeface="Times New Roman" pitchFamily="18" charset="0"/>
              </a:rPr>
              <a:t>, ONNX Runtime</a:t>
            </a:r>
          </a:p>
          <a:p>
            <a:r>
              <a:rPr lang="en-US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4400" b="1" dirty="0">
                <a:latin typeface="Times New Roman" pitchFamily="18" charset="0"/>
                <a:cs typeface="Times New Roman" pitchFamily="18" charset="0"/>
              </a:rPr>
              <a:t>Tools Used</a:t>
            </a:r>
          </a:p>
          <a:p>
            <a:pPr lvl="1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• </a:t>
            </a: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VS Code</a:t>
            </a:r>
          </a:p>
          <a:p>
            <a:pPr lvl="1">
              <a:buNone/>
            </a:pP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• </a:t>
            </a:r>
            <a:r>
              <a:rPr lang="en-US" sz="3200" dirty="0" err="1">
                <a:latin typeface="Times New Roman" pitchFamily="18" charset="0"/>
                <a:cs typeface="Times New Roman" pitchFamily="18" charset="0"/>
              </a:rPr>
              <a:t>GitHub</a:t>
            </a:r>
            <a:endParaRPr lang="en-US" sz="3200" dirty="0">
              <a:latin typeface="Times New Roman" pitchFamily="18" charset="0"/>
              <a:cs typeface="Times New Roman" pitchFamily="18" charset="0"/>
            </a:endParaRPr>
          </a:p>
          <a:p>
            <a:pPr lvl="1">
              <a:buNone/>
            </a:pP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• Postman (for API testing)</a:t>
            </a:r>
          </a:p>
          <a:p>
            <a:pPr lvl="1">
              <a:buNone/>
            </a:pP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• Browser (Chrome/Edge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)</a:t>
            </a:r>
          </a:p>
          <a:p>
            <a:endParaRPr lang="en-IN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286960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pPr marL="152400" algn="just">
              <a:lnSpc>
                <a:spcPct val="100000"/>
              </a:lnSpc>
              <a:spcBef>
                <a:spcPts val="0"/>
              </a:spcBef>
            </a:pPr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Advantages of Proposed System/Work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>
            <a:normAutofit fontScale="92500" lnSpcReduction="20000"/>
          </a:bodyPr>
          <a:lstStyle/>
          <a:p>
            <a:pPr algn="just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• Automatic attendance marking using face recognition</a:t>
            </a:r>
          </a:p>
          <a:p>
            <a:pPr algn="just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• Reduces manual work and human errors</a:t>
            </a:r>
          </a:p>
          <a:p>
            <a:pPr algn="just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• Saves time and improves efficiency</a:t>
            </a:r>
          </a:p>
          <a:p>
            <a:pPr algn="just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• Prevents proxy / fake attendance</a:t>
            </a:r>
          </a:p>
          <a:p>
            <a:pPr algn="just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• Provides accurate and real-time attendance records</a:t>
            </a:r>
          </a:p>
          <a:p>
            <a:pPr algn="just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• Easy to use and user-friendly interface</a:t>
            </a:r>
          </a:p>
          <a:p>
            <a:pPr algn="just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• Secure system with authorized access</a:t>
            </a:r>
          </a:p>
          <a:p>
            <a:pPr algn="just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• Data can be stored and managed digitally</a:t>
            </a:r>
          </a:p>
          <a:p>
            <a:pPr algn="just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• Can be integrated with existing systems</a:t>
            </a:r>
          </a:p>
          <a:p>
            <a:pPr algn="just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• Suitable for schools, colleges, and industries</a:t>
            </a:r>
            <a:endParaRPr lang="en-IN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466521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96311"/>
          </a:xfrm>
        </p:spPr>
        <p:txBody>
          <a:bodyPr/>
          <a:lstStyle/>
          <a:p>
            <a:r>
              <a:rPr lang="en-US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Internship Road Map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13</a:t>
            </a:fld>
            <a:endParaRPr lang="en-US" altLang="en-US"/>
          </a:p>
        </p:txBody>
      </p:sp>
      <p:graphicFrame>
        <p:nvGraphicFramePr>
          <p:cNvPr id="8" name="Content Placeholder 7"/>
          <p:cNvGraphicFramePr>
            <a:graphicFrameLocks noGrp="1"/>
          </p:cNvGraphicFramePr>
          <p:nvPr>
            <p:ph idx="1"/>
          </p:nvPr>
        </p:nvGraphicFramePr>
        <p:xfrm>
          <a:off x="838200" y="1210491"/>
          <a:ext cx="10515600" cy="405819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70371" y="901298"/>
            <a:ext cx="69488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rgbClr val="0070C0"/>
                </a:solidFill>
              </a:rPr>
              <a:t>Note: Write in the below table what u will be achieving in each review</a:t>
            </a:r>
          </a:p>
        </p:txBody>
      </p:sp>
    </p:spTree>
    <p:extLst>
      <p:ext uri="{BB962C8B-B14F-4D97-AF65-F5344CB8AC3E}">
        <p14:creationId xmlns:p14="http://schemas.microsoft.com/office/powerpoint/2010/main" val="349710023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96311"/>
          </a:xfrm>
        </p:spPr>
        <p:txBody>
          <a:bodyPr/>
          <a:lstStyle/>
          <a:p>
            <a:r>
              <a:rPr lang="en-US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Github Link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14</a:t>
            </a:fld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6308" y="1061297"/>
            <a:ext cx="10515600" cy="4351338"/>
          </a:xfrm>
        </p:spPr>
        <p:txBody>
          <a:bodyPr/>
          <a:lstStyle/>
          <a:p>
            <a:r>
              <a:rPr lang="en-US" dirty="0"/>
              <a:t>https://github.com/shivanandashetty</a:t>
            </a:r>
          </a:p>
        </p:txBody>
      </p:sp>
    </p:spTree>
    <p:extLst>
      <p:ext uri="{BB962C8B-B14F-4D97-AF65-F5344CB8AC3E}">
        <p14:creationId xmlns:p14="http://schemas.microsoft.com/office/powerpoint/2010/main" val="29562137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  <a:solidFill>
            <a:schemeClr val="accent1">
              <a:lumMod val="50000"/>
            </a:schemeClr>
          </a:solidFill>
        </p:spPr>
        <p:txBody>
          <a:bodyPr/>
          <a:lstStyle/>
          <a:p>
            <a:pPr marL="0" indent="0" algn="ctr">
              <a:buNone/>
            </a:pPr>
            <a:endParaRPr lang="en-US" sz="6600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66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6600" dirty="0">
                <a:solidFill>
                  <a:schemeClr val="accent2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Q&amp;A</a:t>
            </a:r>
          </a:p>
          <a:p>
            <a:pPr marL="0" indent="0" algn="ctr">
              <a:buNone/>
            </a:pPr>
            <a:endParaRPr lang="en-US" sz="6600" dirty="0">
              <a:solidFill>
                <a:srgbClr val="A7118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>
                <a:defRPr/>
              </a:pPr>
              <a:t>15</a:t>
            </a:fld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7" descr="bd04924_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5253" y="2150340"/>
            <a:ext cx="2841170" cy="38324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754658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547258"/>
            <a:ext cx="10515600" cy="1214846"/>
          </a:xfrm>
        </p:spPr>
        <p:txBody>
          <a:bodyPr/>
          <a:lstStyle/>
          <a:p>
            <a:pPr marL="0" indent="0" algn="ctr">
              <a:buNone/>
            </a:pPr>
            <a:r>
              <a:rPr lang="en-US" sz="6600" dirty="0">
                <a:solidFill>
                  <a:srgbClr val="A7118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 !!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966059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7089</TotalTime>
  <Words>1021</Words>
  <Application>Microsoft Office PowerPoint</Application>
  <PresentationFormat>Widescreen</PresentationFormat>
  <Paragraphs>171</Paragraphs>
  <Slides>16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4" baseType="lpstr">
      <vt:lpstr>Arial</vt:lpstr>
      <vt:lpstr>Calibri</vt:lpstr>
      <vt:lpstr>Calibri Light</vt:lpstr>
      <vt:lpstr>Cambria</vt:lpstr>
      <vt:lpstr>Times New Roman</vt:lpstr>
      <vt:lpstr>Verdana</vt:lpstr>
      <vt:lpstr>Wingdings</vt:lpstr>
      <vt:lpstr>Office Theme</vt:lpstr>
      <vt:lpstr>PowerPoint Presentation</vt:lpstr>
      <vt:lpstr>Content</vt:lpstr>
      <vt:lpstr>About Company or Organization</vt:lpstr>
      <vt:lpstr>Working domain or the technology</vt:lpstr>
      <vt:lpstr>About your team and reporting Manager</vt:lpstr>
      <vt:lpstr>Challenges Faced in Internship</vt:lpstr>
      <vt:lpstr>Objectives of the work</vt:lpstr>
      <vt:lpstr>Literature Review</vt:lpstr>
      <vt:lpstr>Proposed System / Work</vt:lpstr>
      <vt:lpstr>Problem Statement</vt:lpstr>
      <vt:lpstr>System Requirements</vt:lpstr>
      <vt:lpstr>Advantages of Proposed System/Work</vt:lpstr>
      <vt:lpstr>Internship Road Map</vt:lpstr>
      <vt:lpstr>Github Link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Gopalakrishnan N-Asst. Prof-CIV</dc:creator>
  <cp:lastModifiedBy>s k</cp:lastModifiedBy>
  <cp:revision>719</cp:revision>
  <dcterms:created xsi:type="dcterms:W3CDTF">2022-10-14T07:18:17Z</dcterms:created>
  <dcterms:modified xsi:type="dcterms:W3CDTF">2026-04-24T05:27:45Z</dcterms:modified>
</cp:coreProperties>
</file>