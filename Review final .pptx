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80" r:id="rId16"/>
    <p:sldId id="277" r:id="rId17"/>
    <p:sldId id="281" r:id="rId18"/>
    <p:sldId id="282" r:id="rId19"/>
    <p:sldId id="283" r:id="rId20"/>
    <p:sldId id="294" r:id="rId21"/>
    <p:sldId id="295" r:id="rId22"/>
    <p:sldId id="296" r:id="rId23"/>
    <p:sldId id="284" r:id="rId24"/>
    <p:sldId id="285" r:id="rId25"/>
    <p:sldId id="267" r:id="rId26"/>
    <p:sldId id="268" r:id="rId27"/>
    <p:sldId id="26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75" autoAdjust="0"/>
    <p:restoredTop sz="94660" autoAdjust="0"/>
  </p:normalViewPr>
  <p:slideViewPr>
    <p:cSldViewPr snapToGrid="0">
      <p:cViewPr varScale="1">
        <p:scale>
          <a:sx n="105" d="100"/>
          <a:sy n="105" d="100"/>
        </p:scale>
        <p:origin x="100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1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CSE7302-Internship_Review-3%20(rwf).pptx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H.SENTHIL KUMAR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, 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Shakthi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Review-5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0719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NIKHITHA 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69"/>
            <a:ext cx="10668000" cy="510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Located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Yelahanka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Bengaluru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Focuses on modernization and digitalization of internal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software and IT solutions to improve data management and efficiency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Supports automation and software-based solutions inside the organization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Domain: Artificial Intelligence &amp; Computer Vision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I worked under the guidance of my </a:t>
            </a:r>
            <a:r>
              <a:rPr lang="en-US" b="1" dirty="0"/>
              <a:t>Team Lead: </a:t>
            </a:r>
            <a:r>
              <a:rPr lang="en-US" b="1" i="1" dirty="0"/>
              <a:t>Mr. Buddha </a:t>
            </a:r>
            <a:r>
              <a:rPr lang="en-US" b="1" i="1" dirty="0" err="1"/>
              <a:t>AppaRao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team consisted of software engineers, supervisors, and interns.</a:t>
            </a:r>
          </a:p>
          <a:p>
            <a:pPr algn="just"/>
            <a:r>
              <a:rPr lang="en-US" dirty="0"/>
              <a:t>I was involved in developing the </a:t>
            </a:r>
            <a:r>
              <a:rPr lang="en-US" b="1" dirty="0"/>
              <a:t>AI Face Recognition Attendance System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responsibilities included frontend, backend, and AI model integration.</a:t>
            </a:r>
          </a:p>
          <a:p>
            <a:pPr algn="just"/>
            <a:r>
              <a:rPr lang="en-US" dirty="0"/>
              <a:t>I received regular guidance, reviews, and technical support from my team lead.</a:t>
            </a:r>
          </a:p>
          <a:p>
            <a:pPr algn="just"/>
            <a:r>
              <a:rPr lang="en-US" dirty="0"/>
              <a:t>Periodic discussions helped in improving my technical and professional skills.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Difficulty in learning AI and face recognition technology.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Issues in installing libraries and environment setup.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Camera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related errors.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Improving system accuracy and performance.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Managing time between learning new technologies and project development.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Debugging errors and resolving runtime issues during implementation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an AI-based Face Recognition Attendance System for automatic attendance marking.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reduce manual effort and errors in traditional attendance systems.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implement real-time face detection and recognition using Machine Learning.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store and manage attendance records securely using a database.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provide an easy-to-use web interface using React and Flask.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improve efficiency and accuracy in attendance management at Rail Wheel Factory.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systems used manual, RFID, and biometric methods.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Face recognition using AI improves accuracy and automation.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Deep Learning are commonly used.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Web-based systems help in easy data management.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reduces manual work and improves accuracy and efficiency.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47500" lnSpcReduction="20000"/>
          </a:bodyPr>
          <a:lstStyle/>
          <a:p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Operating System: Windows 10 / 11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Database: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/ CSV / Local Storage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Libraries: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Postman (for API testing)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Browser (Chrome/Edge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Secure system with authorized access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client-server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(React.js) interacts with backend (Flask API)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images using AI models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data is stored in database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40075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Work Flow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0416" y="1925110"/>
            <a:ext cx="3605384" cy="3736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40229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Main Components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Frontend (React.js) User interface for interaction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Backend (Flask API) Handles requests and controls modules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Face Recognition Module Detects and recognizes faces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Database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Stores attendance records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interactive user interface using React.js and Material UI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modular structure using components, pages, and services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main pages: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for authentication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overview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Management for adding/registering users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frontend with backend using Flask REST APIs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733" y="1444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Implemented API calls for: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Creating person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Registering face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Starting/stopping camera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Fetching attendance data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Displayed live camera stream in browser using backend streaming API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Handled user interactions and real-time updates dynamically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Designed responsive and user-friendly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385358"/>
            <a:ext cx="10515600" cy="4351338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Types of Testing Performed</a:t>
            </a:r>
          </a:p>
          <a:p>
            <a:pPr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 1. Functional Testing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Verified face registration process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Checked face encoding and model training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Tested real-time face recognition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Validated attendance storage in database</a:t>
            </a:r>
          </a:p>
          <a:p>
            <a:pPr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2. API Testing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Tested Flask APIs using frontend/Postman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Verified endpoints: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Create person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Register face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Start/stop camera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Fetch attendance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Ensured proper request and response handling</a:t>
            </a:r>
          </a:p>
          <a:p>
            <a:pPr lvl="1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333" y="1410758"/>
            <a:ext cx="10515600" cy="4351338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3.Camera Testing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Verified webcam access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live camera streaming in browser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face detection in different lighting conditions</a:t>
            </a:r>
          </a:p>
          <a:p>
            <a:pPr lvl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4. Performance Testing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system response time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multiple face detection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Ensured smooth execution without crashes</a:t>
            </a:r>
          </a:p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5. UI Testing (Frontend)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all pages (Login, Dashboard, Person Management)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Verified button actions and navigation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data display from backend</a:t>
            </a:r>
          </a:p>
          <a:p>
            <a:pPr lvl="2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539C-3B3C-4A5C-B278-FBBBBF13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981"/>
            <a:ext cx="10515600" cy="1325563"/>
          </a:xfrm>
        </p:spPr>
        <p:txBody>
          <a:bodyPr/>
          <a:lstStyle/>
          <a:p>
            <a:r>
              <a:rPr lang="en-US" dirty="0"/>
              <a:t>Results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C5C03-2C43-46B4-8ECD-9B78A3C0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2025F-D969-4946-9FC9-B9613462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0DF2F3-CC93-40E3-AB8F-3E32E0327B1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945" y="1783081"/>
            <a:ext cx="5010911" cy="243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AFB1EF-4CB3-4184-862E-C2B196931B4D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5312" y="1783082"/>
            <a:ext cx="5358384" cy="243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39638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78E1-9077-4741-9A7A-1B542543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&amp; Face Gallery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37C31-F414-4585-BE5B-843AD342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A88A5-FC0C-4011-A10A-4AEA6F6C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FEBFC4-A233-42E8-9DC3-D4382D72D7D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" y="1929384"/>
            <a:ext cx="5193791" cy="2999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9BBBE6-F0AE-4D4E-B8FA-9713B7AE5876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5896" y="1929385"/>
            <a:ext cx="5327904" cy="2999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4553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DFDA-9BA3-492E-9E96-6B0E0A48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DashBoard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A6D61-24DE-4C3F-A061-999A5B49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671C9-8182-4E88-A828-707FE371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  <p:pic>
        <p:nvPicPr>
          <p:cNvPr id="6" name="Content Placeholder 5" descr="C:\Users\Ramesh\Pictures\Screenshots\Screenshot 2026-04-24 204909.png">
            <a:extLst>
              <a:ext uri="{FF2B5EF4-FFF2-40B4-BE49-F238E27FC236}">
                <a16:creationId xmlns:a16="http://schemas.microsoft.com/office/drawing/2014/main" id="{046FCB64-BF5E-4607-9991-5546253211D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823" y="1825625"/>
            <a:ext cx="7702009" cy="3706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8383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249892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Successfully developed an AI-based Face Recognition Attendance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Automated attendance process using real-time face detection and recognition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Reduced manual work and minimized errors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Integrated backend (Flask) and frontend (React) successfully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System is efficient, reliable, and user-friendly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Can be used in colleges, offices, and industries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733" y="13430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https://github.com/deepinsight/insightface⁠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https://opencv.org⁠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https://flask.palletsprojects.com⁠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https://react.dev⁠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https://onnxruntime.ai⁠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https://numpy.org⁠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https://stackoverflow.com⁠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24</a:t>
            </a:fld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https://github.com/nikhitha-ld/Internship_review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26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7120</TotalTime>
  <Words>1156</Words>
  <Application>Microsoft Office PowerPoint</Application>
  <PresentationFormat>Widescreen</PresentationFormat>
  <Paragraphs>247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Courier New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Design</vt:lpstr>
      <vt:lpstr>System Design</vt:lpstr>
      <vt:lpstr>System Implementation </vt:lpstr>
      <vt:lpstr>System Implementation </vt:lpstr>
      <vt:lpstr>System Testing</vt:lpstr>
      <vt:lpstr>System Testing</vt:lpstr>
      <vt:lpstr>Results </vt:lpstr>
      <vt:lpstr>Report &amp; Face Gallery</vt:lpstr>
      <vt:lpstr>DashBoard</vt:lpstr>
      <vt:lpstr>Conclusion</vt:lpstr>
      <vt:lpstr>References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pasam ramesh</cp:lastModifiedBy>
  <cp:revision>729</cp:revision>
  <dcterms:created xsi:type="dcterms:W3CDTF">2022-10-14T07:18:17Z</dcterms:created>
  <dcterms:modified xsi:type="dcterms:W3CDTF">2026-04-25T07:51:31Z</dcterms:modified>
</cp:coreProperties>
</file>