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0" r:id="rId3"/>
    <p:sldId id="261" r:id="rId4"/>
    <p:sldId id="270" r:id="rId5"/>
    <p:sldId id="262" r:id="rId6"/>
    <p:sldId id="263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>
        <p:scale>
          <a:sx n="66" d="100"/>
          <a:sy n="66" d="100"/>
        </p:scale>
        <p:origin x="76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Analysis and  researched about the Full Stack Development and Work flow and Libraries are Used 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Analysis and  researched about the Full Stack Development and Work flow and Libraries are Used 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16/01/2026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H. Senthil Kumar</a:t>
            </a:r>
            <a:endParaRPr lang="en-GB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Dr.Asif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Mohammed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Dr Balakrishnan , Dr Shakthi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Full Stack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641617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Nikhita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L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  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Rail Wheel Factory (RWF) is a Government of India unit under Indian Railways, located in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Yelahanka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Bengaluru</a:t>
            </a:r>
            <a:endParaRPr lang="en-US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  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Full Stack Web Development</a:t>
            </a:r>
            <a:endParaRPr lang="en-US" sz="1800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 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Apparao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  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a new error and about Full stack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  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To implement CRUD operations (Add, View, Update, Delete)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 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 : 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https://github.com/shivanandashetty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8585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lnSpcReduction="10000"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Rail Wheel Factory (RWF) 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a Government of India organization under the Ministry of Railways</a:t>
            </a:r>
          </a:p>
          <a:p>
            <a:r>
              <a:rPr lang="en-US" sz="2000" dirty="0"/>
              <a:t>Located in </a:t>
            </a:r>
            <a:r>
              <a:rPr lang="en-US" sz="2000" dirty="0" err="1"/>
              <a:t>Yelahanka</a:t>
            </a:r>
            <a:r>
              <a:rPr lang="en-US" sz="2000" dirty="0"/>
              <a:t>, </a:t>
            </a:r>
            <a:r>
              <a:rPr lang="en-US" sz="2000" dirty="0" err="1"/>
              <a:t>Bengaluru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/>
              <a:t>Focuses on modernization and digitalization of internal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/>
              <a:t>Uses software and IT solutions to improve data management and efficiency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&amp; Services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Provides manufacturing and maintenance support to Indian Railways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Offers technical and engineering services for railway infrastructure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Uses digital systems for data management and internal operations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Supports automation and software-based solutions inside the organization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8585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&amp; Impact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Primary client: Indian Railways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Supports different departments with software and digital systems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Plays a key role in improving efficiency and data management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Supports modernization and digital record management inside the organization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108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Domain: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Full Stack Web Development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Frontend: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ReactJS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building user interface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Backend: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FastAPI (Python)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API and business logic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Database: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MS SQL Server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data storage and management</a:t>
            </a:r>
          </a:p>
          <a:p>
            <a:pPr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EF79F3-4DBC-472B-AD09-6CBD5D6BF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909326" y="1198265"/>
            <a:ext cx="6086475" cy="40576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9B4208-1932-4665-8A91-7D8ABD5F2AE7}"/>
              </a:ext>
            </a:extLst>
          </p:cNvPr>
          <p:cNvSpPr txBox="1"/>
          <p:nvPr/>
        </p:nvSpPr>
        <p:spPr>
          <a:xfrm>
            <a:off x="5274644" y="2300438"/>
            <a:ext cx="1568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Mr. </a:t>
            </a:r>
            <a:r>
              <a:rPr lang="en-US" dirty="0" err="1">
                <a:highlight>
                  <a:srgbClr val="C0C0C0"/>
                </a:highlight>
              </a:rPr>
              <a:t>Apparao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E8B12F-8C87-4423-A647-F3A33067A33D}"/>
              </a:ext>
            </a:extLst>
          </p:cNvPr>
          <p:cNvSpPr txBox="1"/>
          <p:nvPr/>
        </p:nvSpPr>
        <p:spPr>
          <a:xfrm>
            <a:off x="7426882" y="3939941"/>
            <a:ext cx="1568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4. </a:t>
            </a:r>
            <a:r>
              <a:rPr lang="en-US" sz="1600" dirty="0" err="1">
                <a:highlight>
                  <a:srgbClr val="C0C0C0"/>
                </a:highlight>
              </a:rPr>
              <a:t>Shivaprasad</a:t>
            </a:r>
            <a:endParaRPr lang="en-IN" sz="1600" dirty="0"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39C6B-69C0-439D-9B5E-02C21A861ED7}"/>
              </a:ext>
            </a:extLst>
          </p:cNvPr>
          <p:cNvSpPr txBox="1"/>
          <p:nvPr/>
        </p:nvSpPr>
        <p:spPr>
          <a:xfrm>
            <a:off x="5994272" y="3939941"/>
            <a:ext cx="1568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3. </a:t>
            </a:r>
            <a:r>
              <a:rPr lang="en-US" sz="1600" dirty="0" err="1">
                <a:highlight>
                  <a:srgbClr val="C0C0C0"/>
                </a:highlight>
              </a:rPr>
              <a:t>Nikhitha</a:t>
            </a:r>
            <a:r>
              <a:rPr lang="en-US" sz="1600" dirty="0">
                <a:highlight>
                  <a:srgbClr val="C0C0C0"/>
                </a:highlight>
              </a:rPr>
              <a:t> L D</a:t>
            </a:r>
            <a:endParaRPr lang="en-IN" sz="1600" dirty="0">
              <a:highlight>
                <a:srgbClr val="C0C0C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42608-B881-4D82-8C4D-98BC6413C995}"/>
              </a:ext>
            </a:extLst>
          </p:cNvPr>
          <p:cNvSpPr txBox="1"/>
          <p:nvPr/>
        </p:nvSpPr>
        <p:spPr>
          <a:xfrm>
            <a:off x="4690872" y="3939941"/>
            <a:ext cx="1568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2.Veeresh M </a:t>
            </a:r>
            <a:endParaRPr lang="en-IN" sz="1600" dirty="0"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0E48A-0236-42AE-9814-FA5437BA8D52}"/>
              </a:ext>
            </a:extLst>
          </p:cNvPr>
          <p:cNvSpPr txBox="1"/>
          <p:nvPr/>
        </p:nvSpPr>
        <p:spPr>
          <a:xfrm>
            <a:off x="3227672" y="3939941"/>
            <a:ext cx="1568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1. Shivananda</a:t>
            </a:r>
            <a:endParaRPr lang="en-IN" sz="1600" dirty="0">
              <a:highlight>
                <a:srgbClr val="C0C0C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DF7955-918C-45E9-8060-4EE8CB0D932E}"/>
              </a:ext>
            </a:extLst>
          </p:cNvPr>
          <p:cNvSpPr txBox="1"/>
          <p:nvPr/>
        </p:nvSpPr>
        <p:spPr>
          <a:xfrm>
            <a:off x="3967374" y="4595671"/>
            <a:ext cx="1568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1. Shivananda</a:t>
            </a:r>
            <a:endParaRPr lang="en-IN" sz="1600" dirty="0">
              <a:highlight>
                <a:srgbClr val="C0C0C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00AB36-CD0F-48E0-B3AC-A9204EF1F434}"/>
              </a:ext>
            </a:extLst>
          </p:cNvPr>
          <p:cNvSpPr txBox="1"/>
          <p:nvPr/>
        </p:nvSpPr>
        <p:spPr>
          <a:xfrm>
            <a:off x="5292739" y="4615631"/>
            <a:ext cx="1368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2.Veeresh M </a:t>
            </a:r>
            <a:endParaRPr lang="en-IN" sz="1600" dirty="0">
              <a:highlight>
                <a:srgbClr val="C0C0C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1367B4-B73D-44A4-85AF-C849B30C6112}"/>
              </a:ext>
            </a:extLst>
          </p:cNvPr>
          <p:cNvSpPr txBox="1"/>
          <p:nvPr/>
        </p:nvSpPr>
        <p:spPr>
          <a:xfrm>
            <a:off x="6400873" y="4603749"/>
            <a:ext cx="1568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3. </a:t>
            </a:r>
            <a:r>
              <a:rPr lang="en-US" sz="1600" dirty="0" err="1">
                <a:highlight>
                  <a:srgbClr val="C0C0C0"/>
                </a:highlight>
              </a:rPr>
              <a:t>Nikhitha</a:t>
            </a:r>
            <a:r>
              <a:rPr lang="en-US" sz="1600" dirty="0">
                <a:highlight>
                  <a:srgbClr val="C0C0C0"/>
                </a:highlight>
              </a:rPr>
              <a:t> L D</a:t>
            </a:r>
            <a:endParaRPr lang="en-IN" sz="1600" dirty="0">
              <a:highlight>
                <a:srgbClr val="C0C0C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34EA2F-ED24-4157-A0F3-6C5649F9F868}"/>
              </a:ext>
            </a:extLst>
          </p:cNvPr>
          <p:cNvSpPr txBox="1"/>
          <p:nvPr/>
        </p:nvSpPr>
        <p:spPr>
          <a:xfrm>
            <a:off x="7663694" y="4601510"/>
            <a:ext cx="1568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4. </a:t>
            </a:r>
            <a:r>
              <a:rPr lang="en-US" sz="1600" dirty="0" err="1">
                <a:highlight>
                  <a:srgbClr val="C0C0C0"/>
                </a:highlight>
              </a:rPr>
              <a:t>Shivaprasad</a:t>
            </a:r>
            <a:endParaRPr lang="en-IN" sz="16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develop a web-based application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connect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ReactJS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frontend with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FastAPI backend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implement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CRUD operations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(Add, View, Update, Delete)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store and manage data using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MS SQL Server</a:t>
            </a: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8113844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075" y="384376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39475" y="6375601"/>
            <a:ext cx="2743200" cy="365125"/>
          </a:xfrm>
        </p:spPr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196" y="1253331"/>
            <a:ext cx="10515600" cy="4351338"/>
          </a:xfrm>
        </p:spPr>
        <p:txBody>
          <a:bodyPr/>
          <a:lstStyle/>
          <a:p>
            <a:r>
              <a:rPr lang="en-US" b="1" dirty="0"/>
              <a:t>https://github.com/nikhitha-ld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7090</TotalTime>
  <Words>496</Words>
  <Application>Microsoft Office PowerPoint</Application>
  <PresentationFormat>Widescreen</PresentationFormat>
  <Paragraphs>86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Working domain or the technology</vt:lpstr>
      <vt:lpstr>About your team and reporting Manager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 k</cp:lastModifiedBy>
  <cp:revision>729</cp:revision>
  <dcterms:created xsi:type="dcterms:W3CDTF">2022-10-14T07:18:17Z</dcterms:created>
  <dcterms:modified xsi:type="dcterms:W3CDTF">2026-01-16T07:50:13Z</dcterms:modified>
</cp:coreProperties>
</file>