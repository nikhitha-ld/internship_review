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8" r:id="rId15"/>
    <p:sldId id="277" r:id="rId16"/>
    <p:sldId id="279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75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780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41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Designing system architecture</a:t>
          </a:r>
          <a:endParaRPr lang="en-US" sz="1200" dirty="0">
            <a:latin typeface="Times New Roman" pitchFamily="18" charset="0"/>
            <a:cs typeface="Times New Roman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1F4FD708-CC3B-47BF-99DC-9231E394E272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B50AD52C-6F79-43D6-87F2-276C3E519187}" type="parTrans" cxnId="{D8EDBDF8-A24C-4A43-AFAB-E80AECB9A3DF}">
      <dgm:prSet/>
      <dgm:spPr/>
      <dgm:t>
        <a:bodyPr/>
        <a:lstStyle/>
        <a:p>
          <a:endParaRPr lang="en-US"/>
        </a:p>
      </dgm:t>
    </dgm:pt>
    <dgm:pt modelId="{41E8618D-00D2-460C-9770-8A9FE262BED4}" type="sibTrans" cxnId="{D8EDBDF8-A24C-4A43-AFAB-E80AECB9A3DF}">
      <dgm:prSet/>
      <dgm:spPr/>
      <dgm:t>
        <a:bodyPr/>
        <a:lstStyle/>
        <a:p>
          <a:endParaRPr lang="en-US"/>
        </a:p>
      </dgm:t>
    </dgm:pt>
    <dgm:pt modelId="{471A3887-8005-4C06-8A9C-9714F0DCFFFF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</dgm:t>
    </dgm:pt>
    <dgm:pt modelId="{C7305F72-ACEF-4ABE-90DD-C1699CF5510C}" type="parTrans" cxnId="{BFDB07A0-67DD-49A0-9AFF-FDA4A7C6A2D9}">
      <dgm:prSet/>
      <dgm:spPr/>
      <dgm:t>
        <a:bodyPr/>
        <a:lstStyle/>
        <a:p>
          <a:endParaRPr lang="en-US"/>
        </a:p>
      </dgm:t>
    </dgm:pt>
    <dgm:pt modelId="{6E797832-06B8-4ED3-A6F3-CCD2523F25B4}" type="sibTrans" cxnId="{BFDB07A0-67DD-49A0-9AFF-FDA4A7C6A2D9}">
      <dgm:prSet/>
      <dgm:spPr/>
      <dgm:t>
        <a:bodyPr/>
        <a:lstStyle/>
        <a:p>
          <a:endParaRPr lang="en-US"/>
        </a:p>
      </dgm:t>
    </dgm:pt>
    <dgm:pt modelId="{A11C307A-626B-455D-9CA4-902D069748B2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D3B4EBBA-5967-4375-BCF8-CD747581BA6F}" type="parTrans" cxnId="{9E4234E9-C198-4DB6-A543-C26527B99DEE}">
      <dgm:prSet/>
      <dgm:spPr/>
      <dgm:t>
        <a:bodyPr/>
        <a:lstStyle/>
        <a:p>
          <a:endParaRPr lang="en-US"/>
        </a:p>
      </dgm:t>
    </dgm:pt>
    <dgm:pt modelId="{529E3FFB-C3D6-49D7-BAF1-B6631239C65C}" type="sibTrans" cxnId="{9E4234E9-C198-4DB6-A543-C26527B99DEE}">
      <dgm:prSet/>
      <dgm:spPr/>
      <dgm:t>
        <a:bodyPr/>
        <a:lstStyle/>
        <a:p>
          <a:endParaRPr lang="en-US"/>
        </a:p>
      </dgm:t>
    </dgm:pt>
    <dgm:pt modelId="{3BE434C2-F83C-42E2-8EFE-222632D3ACC6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</dgm:t>
    </dgm:pt>
    <dgm:pt modelId="{6B2B4401-4F54-49F7-95A4-26DBF9C9D508}" type="parTrans" cxnId="{323A5619-EBEF-4B0E-9B06-13D939182996}">
      <dgm:prSet/>
      <dgm:spPr/>
      <dgm:t>
        <a:bodyPr/>
        <a:lstStyle/>
        <a:p>
          <a:endParaRPr lang="en-US"/>
        </a:p>
      </dgm:t>
    </dgm:pt>
    <dgm:pt modelId="{0822C573-A943-41D3-ABDE-23257852BE83}" type="sibTrans" cxnId="{323A5619-EBEF-4B0E-9B06-13D939182996}">
      <dgm:prSet/>
      <dgm:spPr/>
      <dgm:t>
        <a:bodyPr/>
        <a:lstStyle/>
        <a:p>
          <a:endParaRPr lang="en-US"/>
        </a:p>
      </dgm:t>
    </dgm:pt>
    <dgm:pt modelId="{1E1F140C-D120-48F9-A959-2B1D4711C014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1EB21D2D-BFFC-4D1F-927A-28290D886D84}" type="parTrans" cxnId="{57198422-0BE9-49F3-8040-BB93CC32150E}">
      <dgm:prSet/>
      <dgm:spPr/>
      <dgm:t>
        <a:bodyPr/>
        <a:lstStyle/>
        <a:p>
          <a:endParaRPr lang="en-US"/>
        </a:p>
      </dgm:t>
    </dgm:pt>
    <dgm:pt modelId="{A0DF3148-111E-4734-B5A1-C5B37A41C806}" type="sibTrans" cxnId="{57198422-0BE9-49F3-8040-BB93CC32150E}">
      <dgm:prSet/>
      <dgm:spPr/>
      <dgm:t>
        <a:bodyPr/>
        <a:lstStyle/>
        <a:p>
          <a:endParaRPr lang="en-US"/>
        </a:p>
      </dgm:t>
    </dgm:pt>
    <dgm:pt modelId="{F317A201-55D1-4C5E-A75C-15E6B3920268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136B81D2-C56E-4379-AD95-BA7D5B2E21B5}" type="parTrans" cxnId="{40E0D694-67AD-470C-B646-35BAD7836358}">
      <dgm:prSet/>
      <dgm:spPr/>
      <dgm:t>
        <a:bodyPr/>
        <a:lstStyle/>
        <a:p>
          <a:endParaRPr lang="en-US"/>
        </a:p>
      </dgm:t>
    </dgm:pt>
    <dgm:pt modelId="{6F488F28-0E83-4972-939F-02FEFDAF62F2}" type="sibTrans" cxnId="{40E0D694-67AD-470C-B646-35BAD7836358}">
      <dgm:prSet/>
      <dgm:spPr/>
      <dgm:t>
        <a:bodyPr/>
        <a:lstStyle/>
        <a:p>
          <a:endParaRPr lang="en-US"/>
        </a:p>
      </dgm:t>
    </dgm:pt>
    <dgm:pt modelId="{586E2807-CC2F-40B3-B2A3-02CCF205A67B}">
      <dgm:prSet custT="1"/>
      <dgm:spPr/>
      <dgm:t>
        <a:bodyPr/>
        <a:lstStyle/>
        <a:p>
          <a:r>
            <a:rPr lang="en-US" sz="1200" dirty="0">
              <a:latin typeface="Times New Roman" pitchFamily="18" charset="0"/>
              <a:cs typeface="Times New Roman" pitchFamily="18" charset="0"/>
            </a:rPr>
            <a:t>Developing backend using Flask</a:t>
          </a:r>
        </a:p>
      </dgm:t>
    </dgm:pt>
    <dgm:pt modelId="{50BFD45A-A1D1-4827-8EC0-BB047EE7BABE}" type="parTrans" cxnId="{3AB58FC1-3D40-47A2-883B-C41DCB247EAF}">
      <dgm:prSet/>
      <dgm:spPr/>
      <dgm:t>
        <a:bodyPr/>
        <a:lstStyle/>
        <a:p>
          <a:endParaRPr lang="en-US"/>
        </a:p>
      </dgm:t>
    </dgm:pt>
    <dgm:pt modelId="{A1C60E40-BD1C-4F82-9311-68865E4EAF7A}" type="sibTrans" cxnId="{3AB58FC1-3D40-47A2-883B-C41DCB247EAF}">
      <dgm:prSet/>
      <dgm:spPr/>
      <dgm:t>
        <a:bodyPr/>
        <a:lstStyle/>
        <a:p>
          <a:endParaRPr lang="en-US"/>
        </a:p>
      </dgm:t>
    </dgm:pt>
    <dgm:pt modelId="{06D032FE-9008-4C41-ADB8-E99574EC56EA}">
      <dgm:prSet custT="1"/>
      <dgm:spPr/>
      <dgm:t>
        <a:bodyPr/>
        <a:lstStyle/>
        <a:p>
          <a:r>
            <a:rPr lang="en-US" sz="1200" dirty="0">
              <a:latin typeface="Times New Roman" pitchFamily="18" charset="0"/>
              <a:cs typeface="Times New Roman" pitchFamily="18" charset="0"/>
            </a:rPr>
            <a:t>Creating frontend using React</a:t>
          </a:r>
        </a:p>
      </dgm:t>
    </dgm:pt>
    <dgm:pt modelId="{BF60EC3B-8008-4A68-8480-065A3D597D9C}" type="parTrans" cxnId="{FA128A9B-024C-45BA-A08B-39D2D4BE2E62}">
      <dgm:prSet/>
      <dgm:spPr/>
      <dgm:t>
        <a:bodyPr/>
        <a:lstStyle/>
        <a:p>
          <a:endParaRPr lang="en-US"/>
        </a:p>
      </dgm:t>
    </dgm:pt>
    <dgm:pt modelId="{893271E4-B8B2-44DC-8E42-0F1F0E0AB98F}" type="sibTrans" cxnId="{FA128A9B-024C-45BA-A08B-39D2D4BE2E62}">
      <dgm:prSet/>
      <dgm:spPr/>
      <dgm:t>
        <a:bodyPr/>
        <a:lstStyle/>
        <a:p>
          <a:endParaRPr lang="en-US"/>
        </a:p>
      </dgm:t>
    </dgm:pt>
    <dgm:pt modelId="{BB1CC968-FE65-45D8-927C-80342A595413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Dataset collection and face encoding</a:t>
          </a:r>
        </a:p>
      </dgm:t>
    </dgm:pt>
    <dgm:pt modelId="{BB2328F0-2132-426A-BC25-D8106BBF8F52}" type="parTrans" cxnId="{ADA381FF-1998-4A2B-BB62-C2347FA22876}">
      <dgm:prSet/>
      <dgm:spPr/>
      <dgm:t>
        <a:bodyPr/>
        <a:lstStyle/>
        <a:p>
          <a:endParaRPr lang="en-US"/>
        </a:p>
      </dgm:t>
    </dgm:pt>
    <dgm:pt modelId="{E40C4B2B-061A-410B-A489-9C6F86FCB8E2}" type="sibTrans" cxnId="{ADA381FF-1998-4A2B-BB62-C2347FA22876}">
      <dgm:prSet/>
      <dgm:spPr/>
      <dgm:t>
        <a:bodyPr/>
        <a:lstStyle/>
        <a:p>
          <a:endParaRPr lang="en-US"/>
        </a:p>
      </dgm:t>
    </dgm:pt>
    <dgm:pt modelId="{3030AD6E-0528-4728-AB99-7572CA23A717}">
      <dgm:prSet custT="1"/>
      <dgm:spPr/>
      <dgm:t>
        <a:bodyPr/>
        <a:lstStyle/>
        <a:p>
          <a:r>
            <a:rPr lang="en-US" sz="1200" dirty="0" err="1">
              <a:latin typeface="Times New Roman" pitchFamily="18" charset="0"/>
              <a:cs typeface="Times New Roman" pitchFamily="18" charset="0"/>
            </a:rPr>
            <a:t>GitHub</a:t>
          </a:r>
          <a:r>
            <a:rPr lang="en-US" sz="1200" dirty="0">
              <a:latin typeface="Times New Roman" pitchFamily="18" charset="0"/>
              <a:cs typeface="Times New Roman" pitchFamily="18" charset="0"/>
            </a:rPr>
            <a:t> repository setup</a:t>
          </a:r>
        </a:p>
      </dgm:t>
    </dgm:pt>
    <dgm:pt modelId="{8FADA4D7-531E-4F8D-A03C-F3042AEE1436}" type="parTrans" cxnId="{CF85E3F3-4FDA-4232-A03E-F66206A86915}">
      <dgm:prSet/>
      <dgm:spPr/>
      <dgm:t>
        <a:bodyPr/>
        <a:lstStyle/>
        <a:p>
          <a:endParaRPr lang="en-US"/>
        </a:p>
      </dgm:t>
    </dgm:pt>
    <dgm:pt modelId="{F034ADDA-F9E0-4EAA-9757-6050A3586362}" type="sibTrans" cxnId="{CF85E3F3-4FDA-4232-A03E-F66206A86915}">
      <dgm:prSet/>
      <dgm:spPr/>
      <dgm:t>
        <a:bodyPr/>
        <a:lstStyle/>
        <a:p>
          <a:endParaRPr lang="en-US"/>
        </a:p>
      </dgm:t>
    </dgm:pt>
    <dgm:pt modelId="{05C7E732-A29F-4068-9883-7638673F69AA}">
      <dgm:prSet custT="1"/>
      <dgm:spPr/>
      <dgm:t>
        <a:bodyPr/>
        <a:lstStyle/>
        <a:p>
          <a:r>
            <a:rPr lang="en-US" sz="1200" dirty="0"/>
            <a:t>Integrating frontend with backend</a:t>
          </a:r>
        </a:p>
      </dgm:t>
    </dgm:pt>
    <dgm:pt modelId="{FB6887D8-BE57-48D3-855E-718B509F6A80}" type="parTrans" cxnId="{CFD9F02E-0AAE-4E60-B239-E17603A40BE3}">
      <dgm:prSet/>
      <dgm:spPr/>
    </dgm:pt>
    <dgm:pt modelId="{1B2D53DA-FE7F-406A-9B92-B096009E3A1C}" type="sibTrans" cxnId="{CFD9F02E-0AAE-4E60-B239-E17603A40BE3}">
      <dgm:prSet/>
      <dgm:spPr/>
    </dgm:pt>
    <dgm:pt modelId="{383E7907-A49F-4BA8-A537-286259712CEC}">
      <dgm:prSet custT="1"/>
      <dgm:spPr/>
      <dgm:t>
        <a:bodyPr/>
        <a:lstStyle/>
        <a:p>
          <a:r>
            <a:rPr lang="en-US" sz="1200" dirty="0"/>
            <a:t>Implementing live camera recognition</a:t>
          </a:r>
        </a:p>
      </dgm:t>
    </dgm:pt>
    <dgm:pt modelId="{10B719DA-B16B-491E-8362-A7832E1AD0CA}" type="parTrans" cxnId="{AC285D18-F6D4-4A89-88ED-B8DEE4434F0B}">
      <dgm:prSet/>
      <dgm:spPr/>
      <dgm:t>
        <a:bodyPr/>
        <a:lstStyle/>
        <a:p>
          <a:endParaRPr lang="en-US"/>
        </a:p>
      </dgm:t>
    </dgm:pt>
    <dgm:pt modelId="{DBC289E8-1E82-4D38-96E4-4E1117E3AB78}" type="sibTrans" cxnId="{AC285D18-F6D4-4A89-88ED-B8DEE4434F0B}">
      <dgm:prSet/>
      <dgm:spPr/>
      <dgm:t>
        <a:bodyPr/>
        <a:lstStyle/>
        <a:p>
          <a:endParaRPr lang="en-US"/>
        </a:p>
      </dgm:t>
    </dgm:pt>
    <dgm:pt modelId="{999616A2-CE3A-4EE0-A9A7-5E283C6994B0}">
      <dgm:prSet custT="1"/>
      <dgm:spPr/>
      <dgm:t>
        <a:bodyPr/>
        <a:lstStyle/>
        <a:p>
          <a:r>
            <a:rPr lang="en-US" sz="1200" dirty="0"/>
            <a:t>Testing face detection and attendance marking</a:t>
          </a:r>
        </a:p>
      </dgm:t>
    </dgm:pt>
    <dgm:pt modelId="{E37C251B-C5AD-497C-AAB6-BFF2A24B91A9}" type="parTrans" cxnId="{826C256B-A423-4951-93BF-8FAA445AEF47}">
      <dgm:prSet/>
      <dgm:spPr/>
      <dgm:t>
        <a:bodyPr/>
        <a:lstStyle/>
        <a:p>
          <a:endParaRPr lang="en-US"/>
        </a:p>
      </dgm:t>
    </dgm:pt>
    <dgm:pt modelId="{237F3F8F-13FC-4938-95BA-267919B6AB00}" type="sibTrans" cxnId="{826C256B-A423-4951-93BF-8FAA445AEF47}">
      <dgm:prSet/>
      <dgm:spPr/>
      <dgm:t>
        <a:bodyPr/>
        <a:lstStyle/>
        <a:p>
          <a:endParaRPr lang="en-US"/>
        </a:p>
      </dgm:t>
    </dgm:pt>
    <dgm:pt modelId="{1149AC4E-C85D-4258-B87E-961236A40D2E}">
      <dgm:prSet custT="1"/>
      <dgm:spPr/>
      <dgm:t>
        <a:bodyPr/>
        <a:lstStyle/>
        <a:p>
          <a:r>
            <a:rPr lang="en-US" sz="1200" dirty="0"/>
            <a:t>Improving accuracy and performance</a:t>
          </a:r>
        </a:p>
      </dgm:t>
    </dgm:pt>
    <dgm:pt modelId="{A65F488E-6527-4745-8993-CADC6F6E993A}" type="parTrans" cxnId="{8AA3ED77-7876-40E6-A6FF-C71C5EC5665B}">
      <dgm:prSet/>
      <dgm:spPr/>
      <dgm:t>
        <a:bodyPr/>
        <a:lstStyle/>
        <a:p>
          <a:endParaRPr lang="en-US"/>
        </a:p>
      </dgm:t>
    </dgm:pt>
    <dgm:pt modelId="{00BA6CC2-9FC8-4F88-A9CC-BF8D8F0BBB1C}" type="sibTrans" cxnId="{8AA3ED77-7876-40E6-A6FF-C71C5EC5665B}">
      <dgm:prSet/>
      <dgm:spPr/>
      <dgm:t>
        <a:bodyPr/>
        <a:lstStyle/>
        <a:p>
          <a:endParaRPr lang="en-US"/>
        </a:p>
      </dgm:t>
    </dgm:pt>
    <dgm:pt modelId="{F235B5A3-0EDE-4C1F-97B8-BA033ED5936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Complete system deployment</a:t>
          </a:r>
          <a:endParaRPr lang="en-US"/>
        </a:p>
      </dgm:t>
    </dgm:pt>
    <dgm:pt modelId="{7D609B6C-0639-4189-97FF-F52EDEE4A6F9}" type="parTrans" cxnId="{4FBB27EA-1ADE-461B-AB94-1E8BA2F01C0C}">
      <dgm:prSet/>
      <dgm:spPr/>
    </dgm:pt>
    <dgm:pt modelId="{624AB447-EF42-4CCD-91AD-C7B16B9CEE9A}" type="sibTrans" cxnId="{4FBB27EA-1ADE-461B-AB94-1E8BA2F01C0C}">
      <dgm:prSet/>
      <dgm:spPr/>
    </dgm:pt>
    <dgm:pt modelId="{BF974583-8884-4F51-AB44-7ADEFA05A03E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Final testing and validation</a:t>
          </a:r>
        </a:p>
      </dgm:t>
    </dgm:pt>
    <dgm:pt modelId="{4B995FB6-B16B-4DE0-AE7E-451C0CB10D4E}" type="parTrans" cxnId="{B4248012-8D64-4FD8-B192-54196E990C49}">
      <dgm:prSet/>
      <dgm:spPr/>
      <dgm:t>
        <a:bodyPr/>
        <a:lstStyle/>
        <a:p>
          <a:endParaRPr lang="en-US"/>
        </a:p>
      </dgm:t>
    </dgm:pt>
    <dgm:pt modelId="{6FDA54CD-A111-440D-96D5-8AB694708C95}" type="sibTrans" cxnId="{B4248012-8D64-4FD8-B192-54196E990C49}">
      <dgm:prSet/>
      <dgm:spPr/>
      <dgm:t>
        <a:bodyPr/>
        <a:lstStyle/>
        <a:p>
          <a:endParaRPr lang="en-US"/>
        </a:p>
      </dgm:t>
    </dgm:pt>
    <dgm:pt modelId="{1A5DB403-3D3C-4364-9B11-E02BD3DF6906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Project demonstration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E6E75F63-D741-45BA-A1BC-EBD00211655E}" type="parTrans" cxnId="{D57AF218-326D-4C9C-BC5C-4D26435DEF4E}">
      <dgm:prSet/>
      <dgm:spPr/>
      <dgm:t>
        <a:bodyPr/>
        <a:lstStyle/>
        <a:p>
          <a:endParaRPr lang="en-US"/>
        </a:p>
      </dgm:t>
    </dgm:pt>
    <dgm:pt modelId="{FF48B331-8465-4F4A-95A1-CD44CF0B7D2E}" type="sibTrans" cxnId="{D57AF218-326D-4C9C-BC5C-4D26435DEF4E}">
      <dgm:prSet/>
      <dgm:spPr/>
      <dgm:t>
        <a:bodyPr/>
        <a:lstStyle/>
        <a:p>
          <a:endParaRPr lang="en-US"/>
        </a:p>
      </dgm:t>
    </dgm:pt>
    <dgm:pt modelId="{C15963BC-695A-4338-8B36-3E6EAB7B43BD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Final report submission</a:t>
          </a:r>
        </a:p>
      </dgm:t>
    </dgm:pt>
    <dgm:pt modelId="{00972C9C-29A4-450C-8A3F-6B3BDD3BF091}" type="parTrans" cxnId="{A247B48B-0140-468F-AC6A-F85727CD137C}">
      <dgm:prSet/>
      <dgm:spPr/>
      <dgm:t>
        <a:bodyPr/>
        <a:lstStyle/>
        <a:p>
          <a:endParaRPr lang="en-US"/>
        </a:p>
      </dgm:t>
    </dgm:pt>
    <dgm:pt modelId="{97A154DD-3BA7-468E-AE53-8999F6980B0F}" type="sibTrans" cxnId="{A247B48B-0140-468F-AC6A-F85727CD137C}">
      <dgm:prSet/>
      <dgm:spPr/>
      <dgm:t>
        <a:bodyPr/>
        <a:lstStyle/>
        <a:p>
          <a:endParaRPr lang="en-US"/>
        </a:p>
      </dgm:t>
    </dgm:pt>
    <dgm:pt modelId="{CCE81395-09A6-43F9-8C11-E81134E11C3B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Internship completion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1F93C351-67C4-40C3-8EA5-0766CF16CB54}" type="parTrans" cxnId="{27D5FDFB-975E-4064-BF33-4D1FEBC92291}">
      <dgm:prSet/>
      <dgm:spPr/>
      <dgm:t>
        <a:bodyPr/>
        <a:lstStyle/>
        <a:p>
          <a:endParaRPr lang="en-US"/>
        </a:p>
      </dgm:t>
    </dgm:pt>
    <dgm:pt modelId="{C03FC26B-CBF8-438F-A731-F00869E5B9B9}" type="sibTrans" cxnId="{27D5FDFB-975E-4064-BF33-4D1FEBC9229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A916250D-C3CF-41A9-B736-B3A91BED4F55}" type="presOf" srcId="{1F4FD708-CC3B-47BF-99DC-9231E394E272}" destId="{1C91D7E3-8940-4A33-9182-677DD5415901}" srcOrd="1" destOrd="1" presId="urn:microsoft.com/office/officeart/2011/layout/InterconnectedBlockProcess"/>
    <dgm:cxn modelId="{8EFA800F-F130-429F-BB7F-310BDE50B65F}" type="presOf" srcId="{CCE81395-09A6-43F9-8C11-E81134E11C3B}" destId="{8CAE5A4D-0C7B-48A6-917B-0B8433D0574B}" srcOrd="0" destOrd="4" presId="urn:microsoft.com/office/officeart/2011/layout/InterconnectedBlockProcess"/>
    <dgm:cxn modelId="{FA4F2C12-E64D-4088-AFD8-80E868E310CD}" type="presOf" srcId="{C15963BC-695A-4338-8B36-3E6EAB7B43BD}" destId="{8CAE5A4D-0C7B-48A6-917B-0B8433D0574B}" srcOrd="0" destOrd="3" presId="urn:microsoft.com/office/officeart/2011/layout/InterconnectedBlockProcess"/>
    <dgm:cxn modelId="{B4248012-8D64-4FD8-B192-54196E990C49}" srcId="{65C051F6-A849-4495-A964-CD4C650B9C06}" destId="{BF974583-8884-4F51-AB44-7ADEFA05A03E}" srcOrd="1" destOrd="0" parTransId="{4B995FB6-B16B-4DE0-AE7E-451C0CB10D4E}" sibTransId="{6FDA54CD-A111-440D-96D5-8AB694708C95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C6955413-0301-4B08-B6F8-17A58BBFAE7E}" type="presOf" srcId="{383E7907-A49F-4BA8-A537-286259712CEC}" destId="{98225A61-A0EC-450A-BED8-EF2E47E8FD18}" srcOrd="1" destOrd="1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C285D18-F6D4-4A89-88ED-B8DEE4434F0B}" srcId="{5E92505A-51E0-4F78-B3C5-704ACF8710DE}" destId="{383E7907-A49F-4BA8-A537-286259712CEC}" srcOrd="1" destOrd="0" parTransId="{10B719DA-B16B-491E-8362-A7832E1AD0CA}" sibTransId="{DBC289E8-1E82-4D38-96E4-4E1117E3AB78}"/>
    <dgm:cxn modelId="{D57AF218-326D-4C9C-BC5C-4D26435DEF4E}" srcId="{65C051F6-A849-4495-A964-CD4C650B9C06}" destId="{1A5DB403-3D3C-4364-9B11-E02BD3DF6906}" srcOrd="2" destOrd="0" parTransId="{E6E75F63-D741-45BA-A1BC-EBD00211655E}" sibTransId="{FF48B331-8465-4F4A-95A1-CD44CF0B7D2E}"/>
    <dgm:cxn modelId="{323A5619-EBEF-4B0E-9B06-13D939182996}" srcId="{7B3055AA-BF7C-46D0-9A9E-60087B9F57B4}" destId="{3BE434C2-F83C-42E2-8EFE-222632D3ACC6}" srcOrd="1" destOrd="0" parTransId="{6B2B4401-4F54-49F7-95A4-26DBF9C9D508}" sibTransId="{0822C573-A943-41D3-ABDE-23257852BE83}"/>
    <dgm:cxn modelId="{4D6A031D-AC2B-4737-9E98-DE2EC49A814F}" type="presOf" srcId="{F235B5A3-0EDE-4C1F-97B8-BA033ED59360}" destId="{928B615F-0F8D-4140-A638-0FBB8F5BF1E9}" srcOrd="1" destOrd="0" presId="urn:microsoft.com/office/officeart/2011/layout/InterconnectedBlockProcess"/>
    <dgm:cxn modelId="{15F5C91F-FB91-43AD-8CBE-6AD19C8F1CB8}" type="presOf" srcId="{1149AC4E-C85D-4258-B87E-961236A40D2E}" destId="{98225A61-A0EC-450A-BED8-EF2E47E8FD18}" srcOrd="1" destOrd="3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57198422-0BE9-49F3-8040-BB93CC32150E}" srcId="{7B3055AA-BF7C-46D0-9A9E-60087B9F57B4}" destId="{1E1F140C-D120-48F9-A959-2B1D4711C014}" srcOrd="2" destOrd="0" parTransId="{1EB21D2D-BFFC-4D1F-927A-28290D886D84}" sibTransId="{A0DF3148-111E-4734-B5A1-C5B37A41C806}"/>
    <dgm:cxn modelId="{CFD9F02E-0AAE-4E60-B239-E17603A40BE3}" srcId="{5E92505A-51E0-4F78-B3C5-704ACF8710DE}" destId="{05C7E732-A29F-4068-9883-7638673F69AA}" srcOrd="0" destOrd="0" parTransId="{FB6887D8-BE57-48D3-855E-718B509F6A80}" sibTransId="{1B2D53DA-FE7F-406A-9B92-B096009E3A1C}"/>
    <dgm:cxn modelId="{70836933-232A-4251-95A5-D8CBFF02F3F8}" type="presOf" srcId="{05C7E732-A29F-4068-9883-7638673F69AA}" destId="{98225A61-A0EC-450A-BED8-EF2E47E8FD18}" srcOrd="1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C41CBE3F-C113-4E38-A7AD-8D0F51C7F1D4}" type="presOf" srcId="{383E7907-A49F-4BA8-A537-286259712CEC}" destId="{FC0F1314-3294-4A8C-8DCE-EB53E236164C}" srcOrd="0" destOrd="1" presId="urn:microsoft.com/office/officeart/2011/layout/InterconnectedBlockProcess"/>
    <dgm:cxn modelId="{50A5CC3F-3CBE-4FF2-8DE6-20F8A6E6C871}" type="presOf" srcId="{586E2807-CC2F-40B3-B2A3-02CCF205A67B}" destId="{0D08ED52-6744-4369-B780-916B09984775}" srcOrd="1" destOrd="1" presId="urn:microsoft.com/office/officeart/2011/layout/InterconnectedBlockProcess"/>
    <dgm:cxn modelId="{DA94A05D-50F3-4B1C-93AA-8E850B81E290}" type="presOf" srcId="{1A5DB403-3D3C-4364-9B11-E02BD3DF6906}" destId="{8CAE5A4D-0C7B-48A6-917B-0B8433D0574B}" srcOrd="0" destOrd="2" presId="urn:microsoft.com/office/officeart/2011/layout/InterconnectedBlockProcess"/>
    <dgm:cxn modelId="{EFCF1745-6B16-4D9E-A3BE-88C06EE4DA11}" type="presOf" srcId="{A11C307A-626B-455D-9CA4-902D069748B2}" destId="{1C91D7E3-8940-4A33-9182-677DD5415901}" srcOrd="1" destOrd="3" presId="urn:microsoft.com/office/officeart/2011/layout/InterconnectedBlockProcess"/>
    <dgm:cxn modelId="{FF032167-2DD8-4FA2-A394-870D09BB609F}" type="presOf" srcId="{BF974583-8884-4F51-AB44-7ADEFA05A03E}" destId="{8CAE5A4D-0C7B-48A6-917B-0B8433D0574B}" srcOrd="0" destOrd="1" presId="urn:microsoft.com/office/officeart/2011/layout/InterconnectedBlockProcess"/>
    <dgm:cxn modelId="{108C7548-8EA6-45A6-A740-74274B039528}" type="presOf" srcId="{471A3887-8005-4C06-8A9C-9714F0DCFFFF}" destId="{1C91D7E3-8940-4A33-9182-677DD5415901}" srcOrd="1" destOrd="2" presId="urn:microsoft.com/office/officeart/2011/layout/InterconnectedBlockProcess"/>
    <dgm:cxn modelId="{DC9E424A-7F90-4132-BD60-3A135F19A3C5}" type="presOf" srcId="{1A5DB403-3D3C-4364-9B11-E02BD3DF6906}" destId="{928B615F-0F8D-4140-A638-0FBB8F5BF1E9}" srcOrd="1" destOrd="2" presId="urn:microsoft.com/office/officeart/2011/layout/InterconnectedBlockProcess"/>
    <dgm:cxn modelId="{CE75E04A-5097-4A01-B105-22D25A972A48}" type="presOf" srcId="{F317A201-55D1-4C5E-A75C-15E6B3920268}" destId="{06F8D57B-EDF4-4CF4-8700-DC2CA3E3028E}" srcOrd="0" destOrd="3" presId="urn:microsoft.com/office/officeart/2011/layout/InterconnectedBlockProcess"/>
    <dgm:cxn modelId="{826C256B-A423-4951-93BF-8FAA445AEF47}" srcId="{5E92505A-51E0-4F78-B3C5-704ACF8710DE}" destId="{999616A2-CE3A-4EE0-A9A7-5E283C6994B0}" srcOrd="2" destOrd="0" parTransId="{E37C251B-C5AD-497C-AAB6-BFF2A24B91A9}" sibTransId="{237F3F8F-13FC-4938-95BA-267919B6AB00}"/>
    <dgm:cxn modelId="{80218651-7711-4CA0-A959-1156B2D49675}" type="presOf" srcId="{3030AD6E-0528-4728-AB99-7572CA23A717}" destId="{2532504F-5FE1-4C97-B485-F05E8885EACC}" srcOrd="0" destOrd="4" presId="urn:microsoft.com/office/officeart/2011/layout/InterconnectedBlockProcess"/>
    <dgm:cxn modelId="{8D94BE71-4D24-443E-A8BA-22538A167090}" type="presOf" srcId="{471A3887-8005-4C06-8A9C-9714F0DCFFFF}" destId="{A134CDD1-D85F-44EF-8BEE-9F99A855C1E6}" srcOrd="0" destOrd="2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05580454-C080-415C-8418-55524B944F16}" type="presOf" srcId="{1E1F140C-D120-48F9-A959-2B1D4711C014}" destId="{06F8D57B-EDF4-4CF4-8700-DC2CA3E3028E}" srcOrd="0" destOrd="2" presId="urn:microsoft.com/office/officeart/2011/layout/InterconnectedBlockProcess"/>
    <dgm:cxn modelId="{5A02FE55-EC5F-4634-A6F6-777E6F5530F0}" type="presOf" srcId="{999616A2-CE3A-4EE0-A9A7-5E283C6994B0}" destId="{FC0F1314-3294-4A8C-8DCE-EB53E236164C}" srcOrd="0" destOrd="2" presId="urn:microsoft.com/office/officeart/2011/layout/InterconnectedBlockProcess"/>
    <dgm:cxn modelId="{8AA3ED77-7876-40E6-A6FF-C71C5EC5665B}" srcId="{5E92505A-51E0-4F78-B3C5-704ACF8710DE}" destId="{1149AC4E-C85D-4258-B87E-961236A40D2E}" srcOrd="3" destOrd="0" parTransId="{A65F488E-6527-4745-8993-CADC6F6E993A}" sibTransId="{00BA6CC2-9FC8-4F88-A9CC-BF8D8F0BBB1C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795177D-4871-4417-804F-7CC37756DF2F}" type="presOf" srcId="{06D032FE-9008-4C41-ADB8-E99574EC56EA}" destId="{0D08ED52-6744-4369-B780-916B09984775}" srcOrd="1" destOrd="2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A247B48B-0140-468F-AC6A-F85727CD137C}" srcId="{65C051F6-A849-4495-A964-CD4C650B9C06}" destId="{C15963BC-695A-4338-8B36-3E6EAB7B43BD}" srcOrd="3" destOrd="0" parTransId="{00972C9C-29A4-450C-8A3F-6B3BDD3BF091}" sibTransId="{97A154DD-3BA7-468E-AE53-8999F6980B0F}"/>
    <dgm:cxn modelId="{8BC1618F-51C2-4799-9E51-A271A536613B}" type="presOf" srcId="{F317A201-55D1-4C5E-A75C-15E6B3920268}" destId="{6BCCFBA6-7A43-4631-AD7F-AFB10E1E6CD7}" srcOrd="1" destOrd="3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40E0D694-67AD-470C-B646-35BAD7836358}" srcId="{7B3055AA-BF7C-46D0-9A9E-60087B9F57B4}" destId="{F317A201-55D1-4C5E-A75C-15E6B3920268}" srcOrd="3" destOrd="0" parTransId="{136B81D2-C56E-4379-AD95-BA7D5B2E21B5}" sibTransId="{6F488F28-0E83-4972-939F-02FEFDAF62F2}"/>
    <dgm:cxn modelId="{F3DE5D97-EC72-44C7-8562-29DFDF386F45}" type="presOf" srcId="{BF974583-8884-4F51-AB44-7ADEFA05A03E}" destId="{928B615F-0F8D-4140-A638-0FBB8F5BF1E9}" srcOrd="1" destOrd="1" presId="urn:microsoft.com/office/officeart/2011/layout/InterconnectedBlockProcess"/>
    <dgm:cxn modelId="{996F6F99-4DB9-4949-9C84-1C13A2047ADA}" type="presOf" srcId="{1F4FD708-CC3B-47BF-99DC-9231E394E272}" destId="{A134CDD1-D85F-44EF-8BEE-9F99A855C1E6}" srcOrd="0" destOrd="1" presId="urn:microsoft.com/office/officeart/2011/layout/InterconnectedBlockProcess"/>
    <dgm:cxn modelId="{F7E49F99-0A94-466F-8505-84DBD080AC3E}" type="presOf" srcId="{A11C307A-626B-455D-9CA4-902D069748B2}" destId="{A134CDD1-D85F-44EF-8BEE-9F99A855C1E6}" srcOrd="0" destOrd="3" presId="urn:microsoft.com/office/officeart/2011/layout/InterconnectedBlockProcess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FA128A9B-024C-45BA-A08B-39D2D4BE2E62}" srcId="{A59EC69B-8F3F-425B-819F-E8C557946AEE}" destId="{06D032FE-9008-4C41-ADB8-E99574EC56EA}" srcOrd="2" destOrd="0" parTransId="{BF60EC3B-8008-4A68-8480-065A3D597D9C}" sibTransId="{893271E4-B8B2-44DC-8E42-0F1F0E0AB98F}"/>
    <dgm:cxn modelId="{2CDD299E-D534-4D61-B869-8E9C93610C1D}" type="presOf" srcId="{586E2807-CC2F-40B3-B2A3-02CCF205A67B}" destId="{2532504F-5FE1-4C97-B485-F05E8885EACC}" srcOrd="0" destOrd="1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BFDB07A0-67DD-49A0-9AFF-FDA4A7C6A2D9}" srcId="{988D96B0-D16E-4763-B393-84178CF4FF50}" destId="{471A3887-8005-4C06-8A9C-9714F0DCFFFF}" srcOrd="2" destOrd="0" parTransId="{C7305F72-ACEF-4ABE-90DD-C1699CF5510C}" sibTransId="{6E797832-06B8-4ED3-A6F3-CCD2523F25B4}"/>
    <dgm:cxn modelId="{3A86B3A7-9A50-481A-9A9F-CCEA66EE4E97}" type="presOf" srcId="{BB1CC968-FE65-45D8-927C-80342A595413}" destId="{0D08ED52-6744-4369-B780-916B09984775}" srcOrd="1" destOrd="3" presId="urn:microsoft.com/office/officeart/2011/layout/InterconnectedBlockProcess"/>
    <dgm:cxn modelId="{4A848FA8-064D-4964-B96C-32D80CCD9515}" type="presOf" srcId="{1149AC4E-C85D-4258-B87E-961236A40D2E}" destId="{FC0F1314-3294-4A8C-8DCE-EB53E236164C}" srcOrd="0" destOrd="3" presId="urn:microsoft.com/office/officeart/2011/layout/InterconnectedBlockProcess"/>
    <dgm:cxn modelId="{E5E765B4-86DB-489E-8AC3-4AC0D7942A4D}" type="presOf" srcId="{3BE434C2-F83C-42E2-8EFE-222632D3ACC6}" destId="{06F8D57B-EDF4-4CF4-8700-DC2CA3E3028E}" srcOrd="0" destOrd="1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3AB58FC1-3D40-47A2-883B-C41DCB247EAF}" srcId="{A59EC69B-8F3F-425B-819F-E8C557946AEE}" destId="{586E2807-CC2F-40B3-B2A3-02CCF205A67B}" srcOrd="1" destOrd="0" parTransId="{50BFD45A-A1D1-4827-8EC0-BB047EE7BABE}" sibTransId="{A1C60E40-BD1C-4F82-9311-68865E4EAF7A}"/>
    <dgm:cxn modelId="{3328CCC5-403B-4986-B181-1CE4AF8590E3}" type="presOf" srcId="{06D032FE-9008-4C41-ADB8-E99574EC56EA}" destId="{2532504F-5FE1-4C97-B485-F05E8885EACC}" srcOrd="0" destOrd="2" presId="urn:microsoft.com/office/officeart/2011/layout/InterconnectedBlockProcess"/>
    <dgm:cxn modelId="{F0F4B6C7-E1BB-4512-9628-720C13CECD9E}" type="presOf" srcId="{1E1F140C-D120-48F9-A959-2B1D4711C014}" destId="{6BCCFBA6-7A43-4631-AD7F-AFB10E1E6CD7}" srcOrd="1" destOrd="2" presId="urn:microsoft.com/office/officeart/2011/layout/InterconnectedBlockProcess"/>
    <dgm:cxn modelId="{F7735AC9-DEA1-46CE-BA46-CF6D44309C9A}" type="presOf" srcId="{05C7E732-A29F-4068-9883-7638673F69AA}" destId="{FC0F1314-3294-4A8C-8DCE-EB53E236164C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964BBAD5-42DE-40BC-A633-85B066183469}" type="presOf" srcId="{CCE81395-09A6-43F9-8C11-E81134E11C3B}" destId="{928B615F-0F8D-4140-A638-0FBB8F5BF1E9}" srcOrd="1" destOrd="4" presId="urn:microsoft.com/office/officeart/2011/layout/InterconnectedBlockProcess"/>
    <dgm:cxn modelId="{75429EDE-816E-4735-B966-7F517141B3E8}" type="presOf" srcId="{BB1CC968-FE65-45D8-927C-80342A595413}" destId="{2532504F-5FE1-4C97-B485-F05E8885EACC}" srcOrd="0" destOrd="3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9E4234E9-C198-4DB6-A543-C26527B99DEE}" srcId="{988D96B0-D16E-4763-B393-84178CF4FF50}" destId="{A11C307A-626B-455D-9CA4-902D069748B2}" srcOrd="3" destOrd="0" parTransId="{D3B4EBBA-5967-4375-BCF8-CD747581BA6F}" sibTransId="{529E3FFB-C3D6-49D7-BAF1-B6631239C65C}"/>
    <dgm:cxn modelId="{6EB14EE9-2FBF-4A1E-ADFF-1314B2086C9B}" type="presOf" srcId="{999616A2-CE3A-4EE0-A9A7-5E283C6994B0}" destId="{98225A61-A0EC-450A-BED8-EF2E47E8FD18}" srcOrd="1" destOrd="2" presId="urn:microsoft.com/office/officeart/2011/layout/InterconnectedBlockProcess"/>
    <dgm:cxn modelId="{102756E9-4CA5-49A0-A132-BF8A3CFB7D81}" type="presOf" srcId="{F235B5A3-0EDE-4C1F-97B8-BA033ED59360}" destId="{8CAE5A4D-0C7B-48A6-917B-0B8433D0574B}" srcOrd="0" destOrd="0" presId="urn:microsoft.com/office/officeart/2011/layout/InterconnectedBlockProcess"/>
    <dgm:cxn modelId="{4FBB27EA-1ADE-461B-AB94-1E8BA2F01C0C}" srcId="{65C051F6-A849-4495-A964-CD4C650B9C06}" destId="{F235B5A3-0EDE-4C1F-97B8-BA033ED59360}" srcOrd="0" destOrd="0" parTransId="{7D609B6C-0639-4189-97FF-F52EDEE4A6F9}" sibTransId="{624AB447-EF42-4CCD-91AD-C7B16B9CEE9A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CF85E3F3-4FDA-4232-A03E-F66206A86915}" srcId="{A59EC69B-8F3F-425B-819F-E8C557946AEE}" destId="{3030AD6E-0528-4728-AB99-7572CA23A717}" srcOrd="4" destOrd="0" parTransId="{8FADA4D7-531E-4F8D-A03C-F3042AEE1436}" sibTransId="{F034ADDA-F9E0-4EAA-9757-6050A3586362}"/>
    <dgm:cxn modelId="{6C4B08F6-21E2-425E-AF38-5EC5E2F96E9A}" type="presOf" srcId="{C15963BC-695A-4338-8B36-3E6EAB7B43BD}" destId="{928B615F-0F8D-4140-A638-0FBB8F5BF1E9}" srcOrd="1" destOrd="3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10747DF7-9DB2-4851-98AF-F98354502191}" type="presOf" srcId="{3BE434C2-F83C-42E2-8EFE-222632D3ACC6}" destId="{6BCCFBA6-7A43-4631-AD7F-AFB10E1E6CD7}" srcOrd="1" destOrd="1" presId="urn:microsoft.com/office/officeart/2011/layout/InterconnectedBlockProcess"/>
    <dgm:cxn modelId="{D8EDBDF8-A24C-4A43-AFAB-E80AECB9A3DF}" srcId="{988D96B0-D16E-4763-B393-84178CF4FF50}" destId="{1F4FD708-CC3B-47BF-99DC-9231E394E272}" srcOrd="1" destOrd="0" parTransId="{B50AD52C-6F79-43D6-87F2-276C3E519187}" sibTransId="{41E8618D-00D2-460C-9770-8A9FE262BED4}"/>
    <dgm:cxn modelId="{27D5FDFB-975E-4064-BF33-4D1FEBC92291}" srcId="{65C051F6-A849-4495-A964-CD4C650B9C06}" destId="{CCE81395-09A6-43F9-8C11-E81134E11C3B}" srcOrd="4" destOrd="0" parTransId="{1F93C351-67C4-40C3-8EA5-0766CF16CB54}" sibTransId="{C03FC26B-CBF8-438F-A731-F00869E5B9B9}"/>
    <dgm:cxn modelId="{3DA786FE-6AEE-49B2-8934-E8EDED97A9FA}" type="presOf" srcId="{3030AD6E-0528-4728-AB99-7572CA23A717}" destId="{0D08ED52-6744-4369-B780-916B09984775}" srcOrd="1" destOrd="4" presId="urn:microsoft.com/office/officeart/2011/layout/InterconnectedBlockProcess"/>
    <dgm:cxn modelId="{ADA381FF-1998-4A2B-BB62-C2347FA22876}" srcId="{A59EC69B-8F3F-425B-819F-E8C557946AEE}" destId="{BB1CC968-FE65-45D8-927C-80342A595413}" srcOrd="3" destOrd="0" parTransId="{BB2328F0-2132-426A-BC25-D8106BBF8F52}" sibTransId="{E40C4B2B-061A-410B-A489-9C6F86FCB8E2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Complete system deployment</a:t>
          </a:r>
          <a:endParaRPr lang="en-US" sz="1100" kern="1200"/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Final testing and validation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Project demonstration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Final report submission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Internship completion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Integrating frontend with backend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Implementing live camera recognition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Testing face detection and attendance marking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Improving accuracy and performance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Designing system architecture</a:t>
          </a:r>
          <a:endParaRPr lang="en-US" sz="12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Developing backend using Flask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Creating frontend using React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Dataset collection and face encoding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latin typeface="Times New Roman" pitchFamily="18" charset="0"/>
              <a:cs typeface="Times New Roman" pitchFamily="18" charset="0"/>
            </a:rPr>
            <a:t>GitHub</a:t>
          </a: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 repository setup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24/04/2026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H.SENTHIL KUMAR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Dr.Asif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, 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Shakthi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AI-Based Face Recognition Attendance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12197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NIKHITHA 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Rail Wheel Factory (RWF) 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 a Government of India organization under the Ministry of Railways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Located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Yelahanka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Bengaluru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Focuses on modernization and digitalization of internal system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software and IT solutions to improve data management and efficiency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Products &amp; Services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Provides manufacturing and maintenance support to Indian Railways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Offers technical and engineering services for railway infrastructure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digital systems for data management and internal operations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Supports automation and software-based solutions inside the organization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Domain: Artificial Intelligence &amp; Computer Vision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project is based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Artificial Intelligence (AI)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Computer Vision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technologies.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Face Recognition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automatically identify employees/students.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captures live video and detects human faces in real time.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React.js, JavaScript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Python, Flask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SQLite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AI Libraries: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VS Code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I worked under the guidance of my </a:t>
            </a:r>
            <a:r>
              <a:rPr lang="en-US" b="1" dirty="0"/>
              <a:t>Team Lead: </a:t>
            </a:r>
            <a:r>
              <a:rPr lang="en-US" b="1" i="1" dirty="0"/>
              <a:t>Mr. Buddha </a:t>
            </a:r>
            <a:r>
              <a:rPr lang="en-US" b="1" i="1" dirty="0" err="1"/>
              <a:t>AppaRao</a:t>
            </a:r>
            <a:r>
              <a:rPr lang="en-US" dirty="0"/>
              <a:t> at </a:t>
            </a:r>
            <a:r>
              <a:rPr lang="en-US" b="1" dirty="0"/>
              <a:t>Rail Wheel Factory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team consisted of software engineers, supervisors, and interns.</a:t>
            </a:r>
          </a:p>
          <a:p>
            <a:pPr algn="just"/>
            <a:r>
              <a:rPr lang="en-US" dirty="0"/>
              <a:t>I was involved in developing the </a:t>
            </a:r>
            <a:r>
              <a:rPr lang="en-US" b="1" dirty="0"/>
              <a:t>AI Face Recognition Attendance System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responsibilities included frontend, backend, and AI model integration.</a:t>
            </a:r>
          </a:p>
          <a:p>
            <a:pPr algn="just"/>
            <a:r>
              <a:rPr lang="en-US" dirty="0"/>
              <a:t>I received regular guidance, reviews, and technical support from my team lead.</a:t>
            </a:r>
          </a:p>
          <a:p>
            <a:pPr algn="just"/>
            <a:r>
              <a:rPr lang="en-US" dirty="0"/>
              <a:t>Periodic discussions helped in improving my technical and professional skills.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Difficulty in learning AI and face recognition technology.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Issues in installing libraries and environment setup.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Camera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related errors.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Improving system accuracy and performance.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Managing time between learning new technologies and project development.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Debugging errors and resolving runtime issues during implementation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develop an AI-based Face Recognition Attendance System for automatic attendance marking.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reduce manual effort and errors in traditional attendance systems.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implement real-time face detection and recognition using Machine Learning.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store and manage attendance records securely using a database.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provide an easy-to-use web interface using React and Flask.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improve efficiency and accuracy in attendance management at Rail Wheel Factory.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Traditional systems used manual, RFID, and biometric methods.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Face recognition using AI improves accuracy and automation.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Deep Learning are commonly used.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Web-based systems help in easy data management.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proposed system is an AI-based Face Recognition Attendance System developed using Python, Flask, and React.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captures live video from the camera and detects faces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compares captured faces with trained datasets to identify registered users.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Attendance is automatically recorded in the database with date and time.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web-based dashboard is provided for managing users, viewing attendance, and reports.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reduces manual work and improves accuracy and efficiency.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Manual attendance is time-consuming.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Chances of proxy and fake attendance.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Difficult to maintain records.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Requires more manpower.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Need for automated AI-based system.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47500" lnSpcReduction="20000"/>
          </a:bodyPr>
          <a:lstStyle/>
          <a:p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Computer / Laptop with minimum i3 processor or above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Minimum 8 GB RAM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Webcam / Integrated Camera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Internet Connection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Operating System: Windows 10 / 11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Programming Language: Python 3.x, JavaScript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Backend Framework: Flask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Frontend Framework: React.js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Database: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/ CSV / Local Storage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Libraries: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Tools Used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VS Code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GitHub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Postman (for API testing)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Browser (Chrome/Edge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Automatic attendance marking using face recognition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Reduces manual work and human errors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Saves time and improves efficiency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Prevents proxy / fake attendance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Provides accurate and real-time attendance records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Easy to use and user-friendly interface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Secure system with authorized access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 can be stored and managed digitally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Can be integrated with existing systems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Suitable for schools, colleges, and industries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Camera Module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access the system webcam.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live video frames continuously.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frames for face detection and recognition.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Face Detection Module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model.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faces from the camera frames.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facial landmarks for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836" y="1400752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Face Encoding Module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encode_faces.py.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captured face images into numerical embeddings.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encoded data for comparison.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Face Recognition Module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live captured face embeddings with stored embeddings.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person if a match is found.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Attendance Storage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recognized person details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name, date, time and captured image path.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Implemented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api_server.py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based API server.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communication between modules.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attendance records and image storage.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encode_faces.py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dataset images.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face embeddings using AI models.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encoded face data for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Live_auto_capture.py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live frames from webcam.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recognizes faces in real-time.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marks attendance when a person is recognized.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register_capture.py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images for new users.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images in dataset folder.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register new persons in the system.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InsightFace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Flask 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https://github.com/shivanandashetty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7046</TotalTime>
  <Words>1297</Words>
  <Application>Microsoft Office PowerPoint</Application>
  <PresentationFormat>Widescreen</PresentationFormat>
  <Paragraphs>221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Design</vt:lpstr>
      <vt:lpstr>System Implementation (At least 50%)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 k</cp:lastModifiedBy>
  <cp:revision>723</cp:revision>
  <dcterms:created xsi:type="dcterms:W3CDTF">2022-10-14T07:18:17Z</dcterms:created>
  <dcterms:modified xsi:type="dcterms:W3CDTF">2026-04-24T05:30:11Z</dcterms:modified>
</cp:coreProperties>
</file>